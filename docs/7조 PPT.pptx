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7" r:id="rId2"/>
    <p:sldId id="374" r:id="rId3"/>
    <p:sldId id="450" r:id="rId4"/>
    <p:sldId id="530" r:id="rId5"/>
    <p:sldId id="452" r:id="rId6"/>
    <p:sldId id="574" r:id="rId7"/>
    <p:sldId id="582" r:id="rId8"/>
    <p:sldId id="581" r:id="rId9"/>
    <p:sldId id="575" r:id="rId10"/>
    <p:sldId id="576" r:id="rId11"/>
    <p:sldId id="588" r:id="rId12"/>
    <p:sldId id="577" r:id="rId13"/>
    <p:sldId id="589" r:id="rId14"/>
    <p:sldId id="580" r:id="rId15"/>
    <p:sldId id="590" r:id="rId16"/>
    <p:sldId id="591" r:id="rId17"/>
    <p:sldId id="592" r:id="rId18"/>
    <p:sldId id="583" r:id="rId19"/>
    <p:sldId id="584" r:id="rId20"/>
    <p:sldId id="586" r:id="rId21"/>
    <p:sldId id="585" r:id="rId22"/>
    <p:sldId id="587" r:id="rId23"/>
    <p:sldId id="444" r:id="rId24"/>
    <p:sldId id="593" r:id="rId25"/>
  </p:sldIdLst>
  <p:sldSz cx="12192000" cy="6858000"/>
  <p:notesSz cx="6858000" cy="9144000"/>
  <p:embeddedFontLs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맑은 고딕"/>
        <a:ea typeface="맑은 고딕"/>
        <a:cs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F"/>
    <a:srgbClr val="C63C3C"/>
    <a:srgbClr val="A6A7A9"/>
    <a:srgbClr val="FCFBF7"/>
    <a:srgbClr val="435EBE"/>
    <a:srgbClr val="FBCE01"/>
    <a:srgbClr val="7C8387"/>
    <a:srgbClr val="EDE5D5"/>
    <a:srgbClr val="D8BEA7"/>
    <a:srgbClr val="FDDE4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8A533-6340-4939-80C0-A4445C033C11}" v="25" dt="2023-08-11T00:59:41.572"/>
    <p1510:client id="{0B567E68-D56F-43E6-A909-E9B963747239}" v="105" dt="2023-08-11T00:20:37.794"/>
    <p1510:client id="{2BC28B8B-E911-4AD3-853D-6FCD68947946}" v="47" dt="2023-08-10T09:15:41.208"/>
    <p1510:client id="{90813EB3-48A5-4594-9EE8-68A5A56D8B6C}" v="510" dt="2023-08-10T03:08:39.059"/>
    <p1510:client id="{BA0C4C68-4F41-4AE3-9C3F-270D2D219616}" v="137" dt="2023-08-10T06:33:15.742"/>
    <p1510:client id="{EAAD02CA-D096-4A2F-9B46-C462D265F007}" v="37" dt="2023-08-10T08:51:43.862"/>
    <p1510:client id="{F418F071-AE69-4013-A3C4-938599B2B8C1}" v="24" dt="2023-08-10T16:45:10.178"/>
    <p1510:client id="{F9228E6F-B201-4268-9743-01ACA558C366}" v="601" dt="2023-08-10T04:30:27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mxx@yu.ac.kr" userId="1b807fba6d7b9bef" providerId="LiveId" clId="{0008A533-6340-4939-80C0-A4445C033C11}"/>
    <pc:docChg chg="undo redo custSel addSld delSld modSld addMainMaster delMainMaster modMainMaster">
      <pc:chgData name="yusmxx@yu.ac.kr" userId="1b807fba6d7b9bef" providerId="LiveId" clId="{0008A533-6340-4939-80C0-A4445C033C11}" dt="2023-08-11T01:00:48.566" v="213" actId="1076"/>
      <pc:docMkLst>
        <pc:docMk/>
      </pc:docMkLst>
      <pc:sldChg chg="delSp mod">
        <pc:chgData name="yusmxx@yu.ac.kr" userId="1b807fba6d7b9bef" providerId="LiveId" clId="{0008A533-6340-4939-80C0-A4445C033C11}" dt="2023-08-11T00:47:54.834" v="63" actId="478"/>
        <pc:sldMkLst>
          <pc:docMk/>
          <pc:sldMk cId="0" sldId="258"/>
        </pc:sldMkLst>
        <pc:spChg chg="del">
          <ac:chgData name="yusmxx@yu.ac.kr" userId="1b807fba6d7b9bef" providerId="LiveId" clId="{0008A533-6340-4939-80C0-A4445C033C11}" dt="2023-08-11T00:47:53.552" v="62" actId="478"/>
          <ac:spMkLst>
            <pc:docMk/>
            <pc:sldMk cId="0" sldId="258"/>
            <ac:spMk id="126" creationId="{00000000-0000-0000-0000-000000000000}"/>
          </ac:spMkLst>
        </pc:spChg>
        <pc:spChg chg="del">
          <ac:chgData name="yusmxx@yu.ac.kr" userId="1b807fba6d7b9bef" providerId="LiveId" clId="{0008A533-6340-4939-80C0-A4445C033C11}" dt="2023-08-11T00:47:54.834" v="63" actId="478"/>
          <ac:spMkLst>
            <pc:docMk/>
            <pc:sldMk cId="0" sldId="258"/>
            <ac:spMk id="127" creationId="{00000000-0000-0000-0000-000000000000}"/>
          </ac:spMkLst>
        </pc:spChg>
      </pc:sldChg>
      <pc:sldChg chg="modSp mod">
        <pc:chgData name="yusmxx@yu.ac.kr" userId="1b807fba6d7b9bef" providerId="LiveId" clId="{0008A533-6340-4939-80C0-A4445C033C11}" dt="2023-08-11T00:49:37.802" v="66" actId="1076"/>
        <pc:sldMkLst>
          <pc:docMk/>
          <pc:sldMk cId="968537177" sldId="457"/>
        </pc:sldMkLst>
        <pc:grpChg chg="mod">
          <ac:chgData name="yusmxx@yu.ac.kr" userId="1b807fba6d7b9bef" providerId="LiveId" clId="{0008A533-6340-4939-80C0-A4445C033C11}" dt="2023-08-11T00:49:37.802" v="66" actId="1076"/>
          <ac:grpSpMkLst>
            <pc:docMk/>
            <pc:sldMk cId="968537177" sldId="457"/>
            <ac:grpSpMk id="8" creationId="{E562D55F-7AF3-E312-5C9D-6EEA75FC61E7}"/>
          </ac:grpSpMkLst>
        </pc:grpChg>
      </pc:sldChg>
      <pc:sldChg chg="modSp mod">
        <pc:chgData name="yusmxx@yu.ac.kr" userId="1b807fba6d7b9bef" providerId="LiveId" clId="{0008A533-6340-4939-80C0-A4445C033C11}" dt="2023-08-11T00:51:59.431" v="92" actId="1076"/>
        <pc:sldMkLst>
          <pc:docMk/>
          <pc:sldMk cId="79936548" sldId="472"/>
        </pc:sldMkLst>
        <pc:grpChg chg="mod">
          <ac:chgData name="yusmxx@yu.ac.kr" userId="1b807fba6d7b9bef" providerId="LiveId" clId="{0008A533-6340-4939-80C0-A4445C033C11}" dt="2023-08-11T00:51:59.431" v="92" actId="1076"/>
          <ac:grpSpMkLst>
            <pc:docMk/>
            <pc:sldMk cId="79936548" sldId="472"/>
            <ac:grpSpMk id="22" creationId="{D4C255D2-7A7D-7027-C144-819E72A1AA2F}"/>
          </ac:grpSpMkLst>
        </pc:grpChg>
        <pc:grpChg chg="mod">
          <ac:chgData name="yusmxx@yu.ac.kr" userId="1b807fba6d7b9bef" providerId="LiveId" clId="{0008A533-6340-4939-80C0-A4445C033C11}" dt="2023-08-11T00:51:57.938" v="91" actId="1076"/>
          <ac:grpSpMkLst>
            <pc:docMk/>
            <pc:sldMk cId="79936548" sldId="472"/>
            <ac:grpSpMk id="23" creationId="{9BFBE0A8-F0D1-4FBB-7A1B-F0837A1AEDE7}"/>
          </ac:grpSpMkLst>
        </pc:grpChg>
        <pc:grpChg chg="mod">
          <ac:chgData name="yusmxx@yu.ac.kr" userId="1b807fba6d7b9bef" providerId="LiveId" clId="{0008A533-6340-4939-80C0-A4445C033C11}" dt="2023-08-11T00:50:15.152" v="69" actId="1076"/>
          <ac:grpSpMkLst>
            <pc:docMk/>
            <pc:sldMk cId="79936548" sldId="472"/>
            <ac:grpSpMk id="24" creationId="{794D7D99-F95E-4577-29A2-E13268B457FC}"/>
          </ac:grpSpMkLst>
        </pc:grpChg>
        <pc:picChg chg="mod">
          <ac:chgData name="yusmxx@yu.ac.kr" userId="1b807fba6d7b9bef" providerId="LiveId" clId="{0008A533-6340-4939-80C0-A4445C033C11}" dt="2023-08-11T00:51:55.106" v="90" actId="1076"/>
          <ac:picMkLst>
            <pc:docMk/>
            <pc:sldMk cId="79936548" sldId="472"/>
            <ac:picMk id="7" creationId="{C1EC5261-964A-7E5D-F3EF-C4E814C424E2}"/>
          </ac:picMkLst>
        </pc:picChg>
      </pc:sldChg>
      <pc:sldChg chg="modSp mod">
        <pc:chgData name="yusmxx@yu.ac.kr" userId="1b807fba6d7b9bef" providerId="LiveId" clId="{0008A533-6340-4939-80C0-A4445C033C11}" dt="2023-08-11T00:52:12.079" v="93" actId="1076"/>
        <pc:sldMkLst>
          <pc:docMk/>
          <pc:sldMk cId="3426900618" sldId="474"/>
        </pc:sldMkLst>
        <pc:grpChg chg="mod">
          <ac:chgData name="yusmxx@yu.ac.kr" userId="1b807fba6d7b9bef" providerId="LiveId" clId="{0008A533-6340-4939-80C0-A4445C033C11}" dt="2023-08-11T00:52:12.079" v="93" actId="1076"/>
          <ac:grpSpMkLst>
            <pc:docMk/>
            <pc:sldMk cId="3426900618" sldId="474"/>
            <ac:grpSpMk id="23" creationId="{29DC8FF4-08C8-741A-CFF2-3EFF5D9F1978}"/>
          </ac:grpSpMkLst>
        </pc:grpChg>
      </pc:sldChg>
      <pc:sldChg chg="modSp mod">
        <pc:chgData name="yusmxx@yu.ac.kr" userId="1b807fba6d7b9bef" providerId="LiveId" clId="{0008A533-6340-4939-80C0-A4445C033C11}" dt="2023-08-11T00:52:37.390" v="96" actId="1076"/>
        <pc:sldMkLst>
          <pc:docMk/>
          <pc:sldMk cId="1642265170" sldId="480"/>
        </pc:sldMkLst>
        <pc:grpChg chg="mod">
          <ac:chgData name="yusmxx@yu.ac.kr" userId="1b807fba6d7b9bef" providerId="LiveId" clId="{0008A533-6340-4939-80C0-A4445C033C11}" dt="2023-08-11T00:52:37.390" v="96" actId="1076"/>
          <ac:grpSpMkLst>
            <pc:docMk/>
            <pc:sldMk cId="1642265170" sldId="480"/>
            <ac:grpSpMk id="8" creationId="{E2D769A5-D943-9BFD-685E-833B1CF660FF}"/>
          </ac:grpSpMkLst>
        </pc:grpChg>
        <pc:grpChg chg="mod">
          <ac:chgData name="yusmxx@yu.ac.kr" userId="1b807fba6d7b9bef" providerId="LiveId" clId="{0008A533-6340-4939-80C0-A4445C033C11}" dt="2023-08-11T00:52:37.390" v="96" actId="1076"/>
          <ac:grpSpMkLst>
            <pc:docMk/>
            <pc:sldMk cId="1642265170" sldId="480"/>
            <ac:grpSpMk id="41" creationId="{C3A59E07-D9DE-83A3-74BD-DDDDBF1D7DE5}"/>
          </ac:grpSpMkLst>
        </pc:grpChg>
      </pc:sldChg>
      <pc:sldChg chg="addSp modSp mod">
        <pc:chgData name="yusmxx@yu.ac.kr" userId="1b807fba6d7b9bef" providerId="LiveId" clId="{0008A533-6340-4939-80C0-A4445C033C11}" dt="2023-08-11T00:53:43.969" v="103" actId="1076"/>
        <pc:sldMkLst>
          <pc:docMk/>
          <pc:sldMk cId="2368182653" sldId="481"/>
        </pc:sldMkLst>
        <pc:spChg chg="mod">
          <ac:chgData name="yusmxx@yu.ac.kr" userId="1b807fba6d7b9bef" providerId="LiveId" clId="{0008A533-6340-4939-80C0-A4445C033C11}" dt="2023-08-11T00:53:16.072" v="100" actId="1076"/>
          <ac:spMkLst>
            <pc:docMk/>
            <pc:sldMk cId="2368182653" sldId="481"/>
            <ac:spMk id="2" creationId="{B1985EEF-2AD8-452A-AD82-3BF8C0CCB759}"/>
          </ac:spMkLst>
        </pc:spChg>
        <pc:spChg chg="mod">
          <ac:chgData name="yusmxx@yu.ac.kr" userId="1b807fba6d7b9bef" providerId="LiveId" clId="{0008A533-6340-4939-80C0-A4445C033C11}" dt="2023-08-11T00:53:39.090" v="102" actId="164"/>
          <ac:spMkLst>
            <pc:docMk/>
            <pc:sldMk cId="2368182653" sldId="481"/>
            <ac:spMk id="21" creationId="{0FD67746-2787-8EF3-DFEF-22A19233F9B7}"/>
          </ac:spMkLst>
        </pc:spChg>
        <pc:spChg chg="mod">
          <ac:chgData name="yusmxx@yu.ac.kr" userId="1b807fba6d7b9bef" providerId="LiveId" clId="{0008A533-6340-4939-80C0-A4445C033C11}" dt="2023-08-11T00:53:39.090" v="102" actId="164"/>
          <ac:spMkLst>
            <pc:docMk/>
            <pc:sldMk cId="2368182653" sldId="481"/>
            <ac:spMk id="32" creationId="{44373BA1-BF53-E1B1-9CD7-CD8E723D9F70}"/>
          </ac:spMkLst>
        </pc:spChg>
        <pc:grpChg chg="add mod">
          <ac:chgData name="yusmxx@yu.ac.kr" userId="1b807fba6d7b9bef" providerId="LiveId" clId="{0008A533-6340-4939-80C0-A4445C033C11}" dt="2023-08-11T00:53:43.969" v="103" actId="1076"/>
          <ac:grpSpMkLst>
            <pc:docMk/>
            <pc:sldMk cId="2368182653" sldId="481"/>
            <ac:grpSpMk id="8" creationId="{7C0F8767-B393-16EF-CCC2-A8FDF9639CC8}"/>
          </ac:grpSpMkLst>
        </pc:grpChg>
        <pc:grpChg chg="mod">
          <ac:chgData name="yusmxx@yu.ac.kr" userId="1b807fba6d7b9bef" providerId="LiveId" clId="{0008A533-6340-4939-80C0-A4445C033C11}" dt="2023-08-11T00:53:39.090" v="102" actId="164"/>
          <ac:grpSpMkLst>
            <pc:docMk/>
            <pc:sldMk cId="2368182653" sldId="481"/>
            <ac:grpSpMk id="23" creationId="{0B9F84DC-8BA1-6717-0F8F-A16D995C1C68}"/>
          </ac:grpSpMkLst>
        </pc:grpChg>
        <pc:grpChg chg="mod">
          <ac:chgData name="yusmxx@yu.ac.kr" userId="1b807fba6d7b9bef" providerId="LiveId" clId="{0008A533-6340-4939-80C0-A4445C033C11}" dt="2023-08-11T00:53:39.090" v="102" actId="164"/>
          <ac:grpSpMkLst>
            <pc:docMk/>
            <pc:sldMk cId="2368182653" sldId="481"/>
            <ac:grpSpMk id="29" creationId="{436554B9-5318-31F9-5022-D71405A7D9EC}"/>
          </ac:grpSpMkLst>
        </pc:grpChg>
        <pc:picChg chg="mod">
          <ac:chgData name="yusmxx@yu.ac.kr" userId="1b807fba6d7b9bef" providerId="LiveId" clId="{0008A533-6340-4939-80C0-A4445C033C11}" dt="2023-08-11T00:53:39.090" v="102" actId="164"/>
          <ac:picMkLst>
            <pc:docMk/>
            <pc:sldMk cId="2368182653" sldId="481"/>
            <ac:picMk id="27" creationId="{54D330D3-9093-C852-42EB-99B863FC6468}"/>
          </ac:picMkLst>
        </pc:picChg>
        <pc:cxnChg chg="mod">
          <ac:chgData name="yusmxx@yu.ac.kr" userId="1b807fba6d7b9bef" providerId="LiveId" clId="{0008A533-6340-4939-80C0-A4445C033C11}" dt="2023-08-11T00:53:39.090" v="102" actId="164"/>
          <ac:cxnSpMkLst>
            <pc:docMk/>
            <pc:sldMk cId="2368182653" sldId="481"/>
            <ac:cxnSpMk id="22" creationId="{D33143A0-CBCA-86EE-89CF-869F398C2708}"/>
          </ac:cxnSpMkLst>
        </pc:cxnChg>
        <pc:cxnChg chg="mod">
          <ac:chgData name="yusmxx@yu.ac.kr" userId="1b807fba6d7b9bef" providerId="LiveId" clId="{0008A533-6340-4939-80C0-A4445C033C11}" dt="2023-08-11T00:53:39.090" v="102" actId="164"/>
          <ac:cxnSpMkLst>
            <pc:docMk/>
            <pc:sldMk cId="2368182653" sldId="481"/>
            <ac:cxnSpMk id="33" creationId="{967DCBC2-6269-AF06-2102-6598FD5C59F4}"/>
          </ac:cxnSpMkLst>
        </pc:cxnChg>
      </pc:sldChg>
      <pc:sldChg chg="modSp mod">
        <pc:chgData name="yusmxx@yu.ac.kr" userId="1b807fba6d7b9bef" providerId="LiveId" clId="{0008A533-6340-4939-80C0-A4445C033C11}" dt="2023-08-11T00:53:55.226" v="104" actId="1076"/>
        <pc:sldMkLst>
          <pc:docMk/>
          <pc:sldMk cId="898784508" sldId="482"/>
        </pc:sldMkLst>
        <pc:grpChg chg="mod">
          <ac:chgData name="yusmxx@yu.ac.kr" userId="1b807fba6d7b9bef" providerId="LiveId" clId="{0008A533-6340-4939-80C0-A4445C033C11}" dt="2023-08-11T00:53:55.226" v="104" actId="1076"/>
          <ac:grpSpMkLst>
            <pc:docMk/>
            <pc:sldMk cId="898784508" sldId="482"/>
            <ac:grpSpMk id="55" creationId="{222993AE-D4C4-315A-549B-3D995BF5D125}"/>
          </ac:grpSpMkLst>
        </pc:grpChg>
      </pc:sldChg>
      <pc:sldChg chg="del">
        <pc:chgData name="yusmxx@yu.ac.kr" userId="1b807fba6d7b9bef" providerId="LiveId" clId="{0008A533-6340-4939-80C0-A4445C033C11}" dt="2023-08-11T00:48:10.685" v="64" actId="47"/>
        <pc:sldMkLst>
          <pc:docMk/>
          <pc:sldMk cId="2978431045" sldId="513"/>
        </pc:sldMkLst>
      </pc:sldChg>
      <pc:sldChg chg="modSp mod">
        <pc:chgData name="yusmxx@yu.ac.kr" userId="1b807fba6d7b9bef" providerId="LiveId" clId="{0008A533-6340-4939-80C0-A4445C033C11}" dt="2023-08-11T00:52:24.319" v="95" actId="1076"/>
        <pc:sldMkLst>
          <pc:docMk/>
          <pc:sldMk cId="644713941" sldId="527"/>
        </pc:sldMkLst>
        <pc:grpChg chg="mod">
          <ac:chgData name="yusmxx@yu.ac.kr" userId="1b807fba6d7b9bef" providerId="LiveId" clId="{0008A533-6340-4939-80C0-A4445C033C11}" dt="2023-08-11T00:52:24.319" v="95" actId="1076"/>
          <ac:grpSpMkLst>
            <pc:docMk/>
            <pc:sldMk cId="644713941" sldId="527"/>
            <ac:grpSpMk id="13" creationId="{6032F7DD-F960-FBB8-7ADB-236DAD239DD1}"/>
          </ac:grpSpMkLst>
        </pc:grpChg>
      </pc:sldChg>
      <pc:sldChg chg="addSp delSp modSp mod">
        <pc:chgData name="yusmxx@yu.ac.kr" userId="1b807fba6d7b9bef" providerId="LiveId" clId="{0008A533-6340-4939-80C0-A4445C033C11}" dt="2023-08-11T01:00:48.566" v="213" actId="1076"/>
        <pc:sldMkLst>
          <pc:docMk/>
          <pc:sldMk cId="3482273575" sldId="555"/>
        </pc:sldMkLst>
        <pc:spChg chg="mod">
          <ac:chgData name="yusmxx@yu.ac.kr" userId="1b807fba6d7b9bef" providerId="LiveId" clId="{0008A533-6340-4939-80C0-A4445C033C11}" dt="2023-08-11T00:59:02.535" v="160"/>
          <ac:spMkLst>
            <pc:docMk/>
            <pc:sldMk cId="3482273575" sldId="555"/>
            <ac:spMk id="5" creationId="{D8A8144B-DB29-C602-A6FF-8F8FA80D6946}"/>
          </ac:spMkLst>
        </pc:spChg>
        <pc:spChg chg="mod">
          <ac:chgData name="yusmxx@yu.ac.kr" userId="1b807fba6d7b9bef" providerId="LiveId" clId="{0008A533-6340-4939-80C0-A4445C033C11}" dt="2023-08-11T00:59:02.535" v="160"/>
          <ac:spMkLst>
            <pc:docMk/>
            <pc:sldMk cId="3482273575" sldId="555"/>
            <ac:spMk id="6" creationId="{99A124A0-C7BF-8E58-F000-A447FBF5718D}"/>
          </ac:spMkLst>
        </pc:spChg>
        <pc:spChg chg="mod">
          <ac:chgData name="yusmxx@yu.ac.kr" userId="1b807fba6d7b9bef" providerId="LiveId" clId="{0008A533-6340-4939-80C0-A4445C033C11}" dt="2023-08-11T00:59:22.626" v="163"/>
          <ac:spMkLst>
            <pc:docMk/>
            <pc:sldMk cId="3482273575" sldId="555"/>
            <ac:spMk id="15" creationId="{31973524-BD78-BE4E-D83F-BFB5A349F924}"/>
          </ac:spMkLst>
        </pc:spChg>
        <pc:spChg chg="mod">
          <ac:chgData name="yusmxx@yu.ac.kr" userId="1b807fba6d7b9bef" providerId="LiveId" clId="{0008A533-6340-4939-80C0-A4445C033C11}" dt="2023-08-11T00:59:22.626" v="163"/>
          <ac:spMkLst>
            <pc:docMk/>
            <pc:sldMk cId="3482273575" sldId="555"/>
            <ac:spMk id="17" creationId="{F49AFE50-5803-A2F9-2F9B-E9724EC73C2C}"/>
          </ac:spMkLst>
        </pc:spChg>
        <pc:spChg chg="mod">
          <ac:chgData name="yusmxx@yu.ac.kr" userId="1b807fba6d7b9bef" providerId="LiveId" clId="{0008A533-6340-4939-80C0-A4445C033C11}" dt="2023-08-11T00:59:42.871" v="202" actId="14100"/>
          <ac:spMkLst>
            <pc:docMk/>
            <pc:sldMk cId="3482273575" sldId="555"/>
            <ac:spMk id="20" creationId="{67B5FCEC-1196-AC67-8016-C43B9DC0D1F9}"/>
          </ac:spMkLst>
        </pc:spChg>
        <pc:spChg chg="del mod">
          <ac:chgData name="yusmxx@yu.ac.kr" userId="1b807fba6d7b9bef" providerId="LiveId" clId="{0008A533-6340-4939-80C0-A4445C033C11}" dt="2023-08-11T00:59:57.976" v="204" actId="478"/>
          <ac:spMkLst>
            <pc:docMk/>
            <pc:sldMk cId="3482273575" sldId="555"/>
            <ac:spMk id="21" creationId="{6F72B282-67C1-DBDF-668C-557418F27EDB}"/>
          </ac:spMkLst>
        </pc:spChg>
        <pc:spChg chg="del mod">
          <ac:chgData name="yusmxx@yu.ac.kr" userId="1b807fba6d7b9bef" providerId="LiveId" clId="{0008A533-6340-4939-80C0-A4445C033C11}" dt="2023-08-11T01:00:03.215" v="205" actId="478"/>
          <ac:spMkLst>
            <pc:docMk/>
            <pc:sldMk cId="3482273575" sldId="555"/>
            <ac:spMk id="22" creationId="{1DD33868-3EF3-DF41-18BA-99718AF5837D}"/>
          </ac:spMkLst>
        </pc:spChg>
        <pc:spChg chg="del mod">
          <ac:chgData name="yusmxx@yu.ac.kr" userId="1b807fba6d7b9bef" providerId="LiveId" clId="{0008A533-6340-4939-80C0-A4445C033C11}" dt="2023-08-11T00:59:57.976" v="204" actId="478"/>
          <ac:spMkLst>
            <pc:docMk/>
            <pc:sldMk cId="3482273575" sldId="555"/>
            <ac:spMk id="23" creationId="{D94BBAB5-652A-99B6-82AB-E61606F1709C}"/>
          </ac:spMkLst>
        </pc:spChg>
        <pc:spChg chg="del mod">
          <ac:chgData name="yusmxx@yu.ac.kr" userId="1b807fba6d7b9bef" providerId="LiveId" clId="{0008A533-6340-4939-80C0-A4445C033C11}" dt="2023-08-11T00:59:57.976" v="204" actId="478"/>
          <ac:spMkLst>
            <pc:docMk/>
            <pc:sldMk cId="3482273575" sldId="555"/>
            <ac:spMk id="24" creationId="{E33416AB-8969-6FB8-44BC-ECFC03040AD6}"/>
          </ac:spMkLst>
        </pc:spChg>
        <pc:spChg chg="del mod">
          <ac:chgData name="yusmxx@yu.ac.kr" userId="1b807fba6d7b9bef" providerId="LiveId" clId="{0008A533-6340-4939-80C0-A4445C033C11}" dt="2023-08-11T00:59:57.976" v="204" actId="478"/>
          <ac:spMkLst>
            <pc:docMk/>
            <pc:sldMk cId="3482273575" sldId="555"/>
            <ac:spMk id="25" creationId="{9F07E479-18D1-6379-1172-A86A5AE2DE3F}"/>
          </ac:spMkLst>
        </pc:spChg>
        <pc:spChg chg="del mod">
          <ac:chgData name="yusmxx@yu.ac.kr" userId="1b807fba6d7b9bef" providerId="LiveId" clId="{0008A533-6340-4939-80C0-A4445C033C11}" dt="2023-08-11T00:59:57.976" v="204" actId="478"/>
          <ac:spMkLst>
            <pc:docMk/>
            <pc:sldMk cId="3482273575" sldId="555"/>
            <ac:spMk id="26" creationId="{920DD474-6274-4784-0F94-79AD1B68F6BC}"/>
          </ac:spMkLst>
        </pc:spChg>
        <pc:grpChg chg="add mod">
          <ac:chgData name="yusmxx@yu.ac.kr" userId="1b807fba6d7b9bef" providerId="LiveId" clId="{0008A533-6340-4939-80C0-A4445C033C11}" dt="2023-08-11T00:59:09.496" v="162" actId="1076"/>
          <ac:grpSpMkLst>
            <pc:docMk/>
            <pc:sldMk cId="3482273575" sldId="555"/>
            <ac:grpSpMk id="4" creationId="{7DE90D20-B85F-D441-7153-D862FF36437D}"/>
          </ac:grpSpMkLst>
        </pc:grpChg>
        <pc:grpChg chg="add mod">
          <ac:chgData name="yusmxx@yu.ac.kr" userId="1b807fba6d7b9bef" providerId="LiveId" clId="{0008A533-6340-4939-80C0-A4445C033C11}" dt="2023-08-11T01:00:09.489" v="206" actId="1076"/>
          <ac:grpSpMkLst>
            <pc:docMk/>
            <pc:sldMk cId="3482273575" sldId="555"/>
            <ac:grpSpMk id="10" creationId="{56C2CD5D-C572-56D7-CEDB-1237B494A529}"/>
          </ac:grpSpMkLst>
        </pc:grpChg>
        <pc:grpChg chg="del">
          <ac:chgData name="yusmxx@yu.ac.kr" userId="1b807fba6d7b9bef" providerId="LiveId" clId="{0008A533-6340-4939-80C0-A4445C033C11}" dt="2023-08-11T00:59:05.592" v="161" actId="478"/>
          <ac:grpSpMkLst>
            <pc:docMk/>
            <pc:sldMk cId="3482273575" sldId="555"/>
            <ac:grpSpMk id="13" creationId="{DCB78774-6E45-8CB4-9345-774D645A10C5}"/>
          </ac:grpSpMkLst>
        </pc:grpChg>
        <pc:grpChg chg="del">
          <ac:chgData name="yusmxx@yu.ac.kr" userId="1b807fba6d7b9bef" providerId="LiveId" clId="{0008A533-6340-4939-80C0-A4445C033C11}" dt="2023-08-11T00:59:46.405" v="203" actId="478"/>
          <ac:grpSpMkLst>
            <pc:docMk/>
            <pc:sldMk cId="3482273575" sldId="555"/>
            <ac:grpSpMk id="16" creationId="{E4514F61-300A-0E7F-CB1E-13FE522DEBF9}"/>
          </ac:grpSpMkLst>
        </pc:grpChg>
        <pc:picChg chg="mod">
          <ac:chgData name="yusmxx@yu.ac.kr" userId="1b807fba6d7b9bef" providerId="LiveId" clId="{0008A533-6340-4939-80C0-A4445C033C11}" dt="2023-08-11T01:00:48.566" v="213" actId="1076"/>
          <ac:picMkLst>
            <pc:docMk/>
            <pc:sldMk cId="3482273575" sldId="555"/>
            <ac:picMk id="18" creationId="{F41CEFAC-9B7D-F3CE-6CDE-790E83E0BDBF}"/>
          </ac:picMkLst>
        </pc:picChg>
        <pc:picChg chg="mod">
          <ac:chgData name="yusmxx@yu.ac.kr" userId="1b807fba6d7b9bef" providerId="LiveId" clId="{0008A533-6340-4939-80C0-A4445C033C11}" dt="2023-08-11T01:00:48.566" v="213" actId="1076"/>
          <ac:picMkLst>
            <pc:docMk/>
            <pc:sldMk cId="3482273575" sldId="555"/>
            <ac:picMk id="19" creationId="{430AFFA4-EBDE-53CE-0A88-A08E2B457FB6}"/>
          </ac:picMkLst>
        </pc:picChg>
        <pc:picChg chg="mod">
          <ac:chgData name="yusmxx@yu.ac.kr" userId="1b807fba6d7b9bef" providerId="LiveId" clId="{0008A533-6340-4939-80C0-A4445C033C11}" dt="2023-08-11T01:00:37.953" v="211" actId="14100"/>
          <ac:picMkLst>
            <pc:docMk/>
            <pc:sldMk cId="3482273575" sldId="555"/>
            <ac:picMk id="1507" creationId="{00000000-0000-0000-0000-000000000000}"/>
          </ac:picMkLst>
        </pc:picChg>
        <pc:cxnChg chg="mod">
          <ac:chgData name="yusmxx@yu.ac.kr" userId="1b807fba6d7b9bef" providerId="LiveId" clId="{0008A533-6340-4939-80C0-A4445C033C11}" dt="2023-08-11T01:00:42.656" v="212" actId="1076"/>
          <ac:cxnSpMkLst>
            <pc:docMk/>
            <pc:sldMk cId="3482273575" sldId="555"/>
            <ac:cxnSpMk id="1508" creationId="{00000000-0000-0000-0000-000000000000}"/>
          </ac:cxnSpMkLst>
        </pc:cxnChg>
      </pc:sldChg>
      <pc:sldChg chg="addSp delSp modSp mod">
        <pc:chgData name="yusmxx@yu.ac.kr" userId="1b807fba6d7b9bef" providerId="LiveId" clId="{0008A533-6340-4939-80C0-A4445C033C11}" dt="2023-08-11T00:58:54.541" v="159" actId="1076"/>
        <pc:sldMkLst>
          <pc:docMk/>
          <pc:sldMk cId="3821547868" sldId="557"/>
        </pc:sldMkLst>
        <pc:spChg chg="mod">
          <ac:chgData name="yusmxx@yu.ac.kr" userId="1b807fba6d7b9bef" providerId="LiveId" clId="{0008A533-6340-4939-80C0-A4445C033C11}" dt="2023-08-11T00:57:29.309" v="141"/>
          <ac:spMkLst>
            <pc:docMk/>
            <pc:sldMk cId="3821547868" sldId="557"/>
            <ac:spMk id="5" creationId="{F918B97D-CA4F-CDBE-EF24-1CEA5FCC731D}"/>
          </ac:spMkLst>
        </pc:spChg>
        <pc:spChg chg="mod">
          <ac:chgData name="yusmxx@yu.ac.kr" userId="1b807fba6d7b9bef" providerId="LiveId" clId="{0008A533-6340-4939-80C0-A4445C033C11}" dt="2023-08-11T00:57:29.309" v="141"/>
          <ac:spMkLst>
            <pc:docMk/>
            <pc:sldMk cId="3821547868" sldId="557"/>
            <ac:spMk id="6" creationId="{0F7884AF-089A-10BC-7CDA-161005B4B848}"/>
          </ac:spMkLst>
        </pc:spChg>
        <pc:spChg chg="mod">
          <ac:chgData name="yusmxx@yu.ac.kr" userId="1b807fba6d7b9bef" providerId="LiveId" clId="{0008A533-6340-4939-80C0-A4445C033C11}" dt="2023-08-11T00:57:39.135" v="143"/>
          <ac:spMkLst>
            <pc:docMk/>
            <pc:sldMk cId="3821547868" sldId="557"/>
            <ac:spMk id="9" creationId="{703A7655-AD1E-5A3C-E53D-5AF6CC05F2DE}"/>
          </ac:spMkLst>
        </pc:spChg>
        <pc:spChg chg="mod">
          <ac:chgData name="yusmxx@yu.ac.kr" userId="1b807fba6d7b9bef" providerId="LiveId" clId="{0008A533-6340-4939-80C0-A4445C033C11}" dt="2023-08-11T00:57:44.919" v="146" actId="20577"/>
          <ac:spMkLst>
            <pc:docMk/>
            <pc:sldMk cId="3821547868" sldId="557"/>
            <ac:spMk id="10" creationId="{A0CCA11E-3B7F-21C6-EDC1-9099BF8AAF1D}"/>
          </ac:spMkLst>
        </pc:spChg>
        <pc:spChg chg="mod">
          <ac:chgData name="yusmxx@yu.ac.kr" userId="1b807fba6d7b9bef" providerId="LiveId" clId="{0008A533-6340-4939-80C0-A4445C033C11}" dt="2023-08-11T00:57:47.226" v="147"/>
          <ac:spMkLst>
            <pc:docMk/>
            <pc:sldMk cId="3821547868" sldId="557"/>
            <ac:spMk id="12" creationId="{600489E7-81AD-471F-C765-7A9CA90EB4A7}"/>
          </ac:spMkLst>
        </pc:spChg>
        <pc:spChg chg="mod">
          <ac:chgData name="yusmxx@yu.ac.kr" userId="1b807fba6d7b9bef" providerId="LiveId" clId="{0008A533-6340-4939-80C0-A4445C033C11}" dt="2023-08-11T00:57:54.508" v="150" actId="20577"/>
          <ac:spMkLst>
            <pc:docMk/>
            <pc:sldMk cId="3821547868" sldId="557"/>
            <ac:spMk id="14" creationId="{7D01A3D0-7954-FD47-D573-0C7E338F49A7}"/>
          </ac:spMkLst>
        </pc:spChg>
        <pc:spChg chg="del">
          <ac:chgData name="yusmxx@yu.ac.kr" userId="1b807fba6d7b9bef" providerId="LiveId" clId="{0008A533-6340-4939-80C0-A4445C033C11}" dt="2023-08-11T00:58:30.311" v="154" actId="478"/>
          <ac:spMkLst>
            <pc:docMk/>
            <pc:sldMk cId="3821547868" sldId="557"/>
            <ac:spMk id="30" creationId="{E85B9239-BF4F-758B-D82D-38BDCC05EBBB}"/>
          </ac:spMkLst>
        </pc:spChg>
        <pc:spChg chg="del mod">
          <ac:chgData name="yusmxx@yu.ac.kr" userId="1b807fba6d7b9bef" providerId="LiveId" clId="{0008A533-6340-4939-80C0-A4445C033C11}" dt="2023-08-11T00:58:27.591" v="153" actId="478"/>
          <ac:spMkLst>
            <pc:docMk/>
            <pc:sldMk cId="3821547868" sldId="557"/>
            <ac:spMk id="31" creationId="{66555C0D-FE1C-2C99-ACF5-976600E28269}"/>
          </ac:spMkLst>
        </pc:spChg>
        <pc:spChg chg="del">
          <ac:chgData name="yusmxx@yu.ac.kr" userId="1b807fba6d7b9bef" providerId="LiveId" clId="{0008A533-6340-4939-80C0-A4445C033C11}" dt="2023-08-11T00:58:48.675" v="158" actId="478"/>
          <ac:spMkLst>
            <pc:docMk/>
            <pc:sldMk cId="3821547868" sldId="557"/>
            <ac:spMk id="34" creationId="{DD73C877-F3A4-3CF4-28CB-A8CF21F5BF0D}"/>
          </ac:spMkLst>
        </pc:spChg>
        <pc:spChg chg="del mod">
          <ac:chgData name="yusmxx@yu.ac.kr" userId="1b807fba6d7b9bef" providerId="LiveId" clId="{0008A533-6340-4939-80C0-A4445C033C11}" dt="2023-08-11T00:58:44.728" v="157" actId="478"/>
          <ac:spMkLst>
            <pc:docMk/>
            <pc:sldMk cId="3821547868" sldId="557"/>
            <ac:spMk id="35" creationId="{37A83FF7-0F24-4708-A7E8-F30CF05B85F7}"/>
          </ac:spMkLst>
        </pc:spChg>
        <pc:grpChg chg="add mod">
          <ac:chgData name="yusmxx@yu.ac.kr" userId="1b807fba6d7b9bef" providerId="LiveId" clId="{0008A533-6340-4939-80C0-A4445C033C11}" dt="2023-08-11T00:57:32.027" v="142" actId="1076"/>
          <ac:grpSpMkLst>
            <pc:docMk/>
            <pc:sldMk cId="3821547868" sldId="557"/>
            <ac:grpSpMk id="4" creationId="{E3AAE0B1-9E19-D11E-D796-9DCF9FAC9CFD}"/>
          </ac:grpSpMkLst>
        </pc:grpChg>
        <pc:grpChg chg="add mod">
          <ac:chgData name="yusmxx@yu.ac.kr" userId="1b807fba6d7b9bef" providerId="LiveId" clId="{0008A533-6340-4939-80C0-A4445C033C11}" dt="2023-08-11T00:58:54.541" v="159" actId="1076"/>
          <ac:grpSpMkLst>
            <pc:docMk/>
            <pc:sldMk cId="3821547868" sldId="557"/>
            <ac:grpSpMk id="8" creationId="{C79D05F6-6331-2102-09E0-08ECCDE963CD}"/>
          </ac:grpSpMkLst>
        </pc:grpChg>
        <pc:grpChg chg="add mod">
          <ac:chgData name="yusmxx@yu.ac.kr" userId="1b807fba6d7b9bef" providerId="LiveId" clId="{0008A533-6340-4939-80C0-A4445C033C11}" dt="2023-08-11T00:58:08.424" v="151" actId="1076"/>
          <ac:grpSpMkLst>
            <pc:docMk/>
            <pc:sldMk cId="3821547868" sldId="557"/>
            <ac:grpSpMk id="11" creationId="{1FDBC0BC-3A7B-832C-210D-5811C14B1EB6}"/>
          </ac:grpSpMkLst>
        </pc:grpChg>
        <pc:grpChg chg="mod">
          <ac:chgData name="yusmxx@yu.ac.kr" userId="1b807fba6d7b9bef" providerId="LiveId" clId="{0008A533-6340-4939-80C0-A4445C033C11}" dt="2023-08-11T00:57:12.296" v="139" actId="1076"/>
          <ac:grpSpMkLst>
            <pc:docMk/>
            <pc:sldMk cId="3821547868" sldId="557"/>
            <ac:grpSpMk id="28" creationId="{39E9CF63-F0A4-69CA-C2C0-79D0F000BD1B}"/>
          </ac:grpSpMkLst>
        </pc:grpChg>
        <pc:grpChg chg="del">
          <ac:chgData name="yusmxx@yu.ac.kr" userId="1b807fba6d7b9bef" providerId="LiveId" clId="{0008A533-6340-4939-80C0-A4445C033C11}" dt="2023-08-11T00:58:27.591" v="153" actId="478"/>
          <ac:grpSpMkLst>
            <pc:docMk/>
            <pc:sldMk cId="3821547868" sldId="557"/>
            <ac:grpSpMk id="32" creationId="{27FA93F6-B90B-6FFE-44CF-E19C2C376F3B}"/>
          </ac:grpSpMkLst>
        </pc:grpChg>
        <pc:grpChg chg="del">
          <ac:chgData name="yusmxx@yu.ac.kr" userId="1b807fba6d7b9bef" providerId="LiveId" clId="{0008A533-6340-4939-80C0-A4445C033C11}" dt="2023-08-11T00:58:44.728" v="157" actId="478"/>
          <ac:grpSpMkLst>
            <pc:docMk/>
            <pc:sldMk cId="3821547868" sldId="557"/>
            <ac:grpSpMk id="33" creationId="{DF68B53B-820D-1B47-3D2B-7492793A756D}"/>
          </ac:grpSpMkLst>
        </pc:grpChg>
        <pc:grpChg chg="del">
          <ac:chgData name="yusmxx@yu.ac.kr" userId="1b807fba6d7b9bef" providerId="LiveId" clId="{0008A533-6340-4939-80C0-A4445C033C11}" dt="2023-08-11T00:58:21.863" v="152" actId="478"/>
          <ac:grpSpMkLst>
            <pc:docMk/>
            <pc:sldMk cId="3821547868" sldId="557"/>
            <ac:grpSpMk id="37" creationId="{2A001CA8-D1DC-366B-12EC-4870FEEEC7C1}"/>
          </ac:grpSpMkLst>
        </pc:grpChg>
      </pc:sldChg>
      <pc:sldChg chg="modSp mod">
        <pc:chgData name="yusmxx@yu.ac.kr" userId="1b807fba6d7b9bef" providerId="LiveId" clId="{0008A533-6340-4939-80C0-A4445C033C11}" dt="2023-08-11T00:57:01.201" v="138" actId="1076"/>
        <pc:sldMkLst>
          <pc:docMk/>
          <pc:sldMk cId="2661972056" sldId="559"/>
        </pc:sldMkLst>
        <pc:spChg chg="mod">
          <ac:chgData name="yusmxx@yu.ac.kr" userId="1b807fba6d7b9bef" providerId="LiveId" clId="{0008A533-6340-4939-80C0-A4445C033C11}" dt="2023-08-11T00:56:46.848" v="136" actId="1076"/>
          <ac:spMkLst>
            <pc:docMk/>
            <pc:sldMk cId="2661972056" sldId="559"/>
            <ac:spMk id="1433" creationId="{00000000-0000-0000-0000-000000000000}"/>
          </ac:spMkLst>
        </pc:spChg>
        <pc:picChg chg="mod">
          <ac:chgData name="yusmxx@yu.ac.kr" userId="1b807fba6d7b9bef" providerId="LiveId" clId="{0008A533-6340-4939-80C0-A4445C033C11}" dt="2023-08-11T00:56:46.848" v="136" actId="1076"/>
          <ac:picMkLst>
            <pc:docMk/>
            <pc:sldMk cId="2661972056" sldId="559"/>
            <ac:picMk id="1435" creationId="{00000000-0000-0000-0000-000000000000}"/>
          </ac:picMkLst>
        </pc:picChg>
        <pc:picChg chg="mod">
          <ac:chgData name="yusmxx@yu.ac.kr" userId="1b807fba6d7b9bef" providerId="LiveId" clId="{0008A533-6340-4939-80C0-A4445C033C11}" dt="2023-08-11T00:56:46.848" v="136" actId="1076"/>
          <ac:picMkLst>
            <pc:docMk/>
            <pc:sldMk cId="2661972056" sldId="559"/>
            <ac:picMk id="1436" creationId="{00000000-0000-0000-0000-000000000000}"/>
          </ac:picMkLst>
        </pc:picChg>
        <pc:picChg chg="mod">
          <ac:chgData name="yusmxx@yu.ac.kr" userId="1b807fba6d7b9bef" providerId="LiveId" clId="{0008A533-6340-4939-80C0-A4445C033C11}" dt="2023-08-11T00:57:01.201" v="138" actId="1076"/>
          <ac:picMkLst>
            <pc:docMk/>
            <pc:sldMk cId="2661972056" sldId="559"/>
            <ac:picMk id="1437" creationId="{00000000-0000-0000-0000-000000000000}"/>
          </ac:picMkLst>
        </pc:picChg>
        <pc:picChg chg="mod">
          <ac:chgData name="yusmxx@yu.ac.kr" userId="1b807fba6d7b9bef" providerId="LiveId" clId="{0008A533-6340-4939-80C0-A4445C033C11}" dt="2023-08-11T00:56:46.848" v="136" actId="1076"/>
          <ac:picMkLst>
            <pc:docMk/>
            <pc:sldMk cId="2661972056" sldId="559"/>
            <ac:picMk id="1438" creationId="{00000000-0000-0000-0000-000000000000}"/>
          </ac:picMkLst>
        </pc:picChg>
        <pc:picChg chg="mod">
          <ac:chgData name="yusmxx@yu.ac.kr" userId="1b807fba6d7b9bef" providerId="LiveId" clId="{0008A533-6340-4939-80C0-A4445C033C11}" dt="2023-08-11T00:56:46.848" v="136" actId="1076"/>
          <ac:picMkLst>
            <pc:docMk/>
            <pc:sldMk cId="2661972056" sldId="559"/>
            <ac:picMk id="1440" creationId="{00000000-0000-0000-0000-000000000000}"/>
          </ac:picMkLst>
        </pc:picChg>
        <pc:cxnChg chg="mod">
          <ac:chgData name="yusmxx@yu.ac.kr" userId="1b807fba6d7b9bef" providerId="LiveId" clId="{0008A533-6340-4939-80C0-A4445C033C11}" dt="2023-08-11T00:56:46.848" v="136" actId="1076"/>
          <ac:cxnSpMkLst>
            <pc:docMk/>
            <pc:sldMk cId="2661972056" sldId="559"/>
            <ac:cxnSpMk id="3" creationId="{916C795E-175A-DDFA-9632-333E0B9C18D7}"/>
          </ac:cxnSpMkLst>
        </pc:cxnChg>
        <pc:cxnChg chg="mod">
          <ac:chgData name="yusmxx@yu.ac.kr" userId="1b807fba6d7b9bef" providerId="LiveId" clId="{0008A533-6340-4939-80C0-A4445C033C11}" dt="2023-08-11T00:56:46.848" v="136" actId="1076"/>
          <ac:cxnSpMkLst>
            <pc:docMk/>
            <pc:sldMk cId="2661972056" sldId="559"/>
            <ac:cxnSpMk id="4" creationId="{9799E0B0-81FE-80AB-B413-8C76F9A05F73}"/>
          </ac:cxnSpMkLst>
        </pc:cxnChg>
      </pc:sldChg>
      <pc:sldChg chg="addSp delSp modSp mod">
        <pc:chgData name="yusmxx@yu.ac.kr" userId="1b807fba6d7b9bef" providerId="LiveId" clId="{0008A533-6340-4939-80C0-A4445C033C11}" dt="2023-08-11T00:56:26.442" v="135" actId="1076"/>
        <pc:sldMkLst>
          <pc:docMk/>
          <pc:sldMk cId="3332927974" sldId="561"/>
        </pc:sldMkLst>
        <pc:spChg chg="mod">
          <ac:chgData name="yusmxx@yu.ac.kr" userId="1b807fba6d7b9bef" providerId="LiveId" clId="{0008A533-6340-4939-80C0-A4445C033C11}" dt="2023-08-11T00:55:47.506" v="122"/>
          <ac:spMkLst>
            <pc:docMk/>
            <pc:sldMk cId="3332927974" sldId="561"/>
            <ac:spMk id="8" creationId="{0A217B9B-5600-7508-6498-CD6B8469EADB}"/>
          </ac:spMkLst>
        </pc:spChg>
        <pc:spChg chg="mod">
          <ac:chgData name="yusmxx@yu.ac.kr" userId="1b807fba6d7b9bef" providerId="LiveId" clId="{0008A533-6340-4939-80C0-A4445C033C11}" dt="2023-08-11T00:55:47.506" v="122"/>
          <ac:spMkLst>
            <pc:docMk/>
            <pc:sldMk cId="3332927974" sldId="561"/>
            <ac:spMk id="10" creationId="{FB60BFF4-B916-6E0B-231F-9CCDBA4CBB8C}"/>
          </ac:spMkLst>
        </pc:spChg>
        <pc:spChg chg="mod">
          <ac:chgData name="yusmxx@yu.ac.kr" userId="1b807fba6d7b9bef" providerId="LiveId" clId="{0008A533-6340-4939-80C0-A4445C033C11}" dt="2023-08-11T00:55:57.828" v="125"/>
          <ac:spMkLst>
            <pc:docMk/>
            <pc:sldMk cId="3332927974" sldId="561"/>
            <ac:spMk id="12" creationId="{C778F878-F24C-C9BC-1973-C4AE7AF67BAF}"/>
          </ac:spMkLst>
        </pc:spChg>
        <pc:spChg chg="mod">
          <ac:chgData name="yusmxx@yu.ac.kr" userId="1b807fba6d7b9bef" providerId="LiveId" clId="{0008A533-6340-4939-80C0-A4445C033C11}" dt="2023-08-11T00:56:02.570" v="128" actId="20577"/>
          <ac:spMkLst>
            <pc:docMk/>
            <pc:sldMk cId="3332927974" sldId="561"/>
            <ac:spMk id="13" creationId="{97C5BBF0-D6DA-4796-6548-6FC732E1C2C2}"/>
          </ac:spMkLst>
        </pc:spChg>
        <pc:spChg chg="mod">
          <ac:chgData name="yusmxx@yu.ac.kr" userId="1b807fba6d7b9bef" providerId="LiveId" clId="{0008A533-6340-4939-80C0-A4445C033C11}" dt="2023-08-11T00:56:08.040" v="130"/>
          <ac:spMkLst>
            <pc:docMk/>
            <pc:sldMk cId="3332927974" sldId="561"/>
            <ac:spMk id="29" creationId="{7141CFD4-7FF7-8C39-1737-194ED346817E}"/>
          </ac:spMkLst>
        </pc:spChg>
        <pc:spChg chg="mod">
          <ac:chgData name="yusmxx@yu.ac.kr" userId="1b807fba6d7b9bef" providerId="LiveId" clId="{0008A533-6340-4939-80C0-A4445C033C11}" dt="2023-08-11T00:56:13.068" v="133" actId="20577"/>
          <ac:spMkLst>
            <pc:docMk/>
            <pc:sldMk cId="3332927974" sldId="561"/>
            <ac:spMk id="30" creationId="{E6FAA623-043B-2C22-1D7F-BE4A7F5841CA}"/>
          </ac:spMkLst>
        </pc:spChg>
        <pc:grpChg chg="add mod">
          <ac:chgData name="yusmxx@yu.ac.kr" userId="1b807fba6d7b9bef" providerId="LiveId" clId="{0008A533-6340-4939-80C0-A4445C033C11}" dt="2023-08-11T00:55:50.727" v="123" actId="1076"/>
          <ac:grpSpMkLst>
            <pc:docMk/>
            <pc:sldMk cId="3332927974" sldId="561"/>
            <ac:grpSpMk id="2" creationId="{F82F2E84-E62E-06E3-4601-2C0E36CD36AE}"/>
          </ac:grpSpMkLst>
        </pc:grpChg>
        <pc:grpChg chg="add mod">
          <ac:chgData name="yusmxx@yu.ac.kr" userId="1b807fba6d7b9bef" providerId="LiveId" clId="{0008A533-6340-4939-80C0-A4445C033C11}" dt="2023-08-11T00:56:00.415" v="126" actId="1076"/>
          <ac:grpSpMkLst>
            <pc:docMk/>
            <pc:sldMk cId="3332927974" sldId="561"/>
            <ac:grpSpMk id="11" creationId="{8DD4B502-38A8-8852-93CF-70EACAE05273}"/>
          </ac:grpSpMkLst>
        </pc:grpChg>
        <pc:grpChg chg="add mod">
          <ac:chgData name="yusmxx@yu.ac.kr" userId="1b807fba6d7b9bef" providerId="LiveId" clId="{0008A533-6340-4939-80C0-A4445C033C11}" dt="2023-08-11T00:56:10.991" v="131" actId="1076"/>
          <ac:grpSpMkLst>
            <pc:docMk/>
            <pc:sldMk cId="3332927974" sldId="561"/>
            <ac:grpSpMk id="15" creationId="{1D25B058-E87F-F937-7C3E-E5054CB1A364}"/>
          </ac:grpSpMkLst>
        </pc:grpChg>
        <pc:grpChg chg="mod">
          <ac:chgData name="yusmxx@yu.ac.kr" userId="1b807fba6d7b9bef" providerId="LiveId" clId="{0008A533-6340-4939-80C0-A4445C033C11}" dt="2023-08-11T00:56:26.442" v="135" actId="1076"/>
          <ac:grpSpMkLst>
            <pc:docMk/>
            <pc:sldMk cId="3332927974" sldId="561"/>
            <ac:grpSpMk id="26" creationId="{E166C411-7A5B-259B-9D47-B06466B0AC45}"/>
          </ac:grpSpMkLst>
        </pc:grpChg>
        <pc:grpChg chg="del mod">
          <ac:chgData name="yusmxx@yu.ac.kr" userId="1b807fba6d7b9bef" providerId="LiveId" clId="{0008A533-6340-4939-80C0-A4445C033C11}" dt="2023-08-11T00:56:17.728" v="134" actId="478"/>
          <ac:grpSpMkLst>
            <pc:docMk/>
            <pc:sldMk cId="3332927974" sldId="561"/>
            <ac:grpSpMk id="35" creationId="{0EF43B07-45B0-FD33-6EF3-EFB9A4E56D91}"/>
          </ac:grpSpMkLst>
        </pc:grpChg>
        <pc:grpChg chg="del mod">
          <ac:chgData name="yusmxx@yu.ac.kr" userId="1b807fba6d7b9bef" providerId="LiveId" clId="{0008A533-6340-4939-80C0-A4445C033C11}" dt="2023-08-11T00:56:17.728" v="134" actId="478"/>
          <ac:grpSpMkLst>
            <pc:docMk/>
            <pc:sldMk cId="3332927974" sldId="561"/>
            <ac:grpSpMk id="36" creationId="{0D9B5E2D-BAB2-8044-560E-E3E30227D7BA}"/>
          </ac:grpSpMkLst>
        </pc:grpChg>
        <pc:grpChg chg="del mod">
          <ac:chgData name="yusmxx@yu.ac.kr" userId="1b807fba6d7b9bef" providerId="LiveId" clId="{0008A533-6340-4939-80C0-A4445C033C11}" dt="2023-08-11T00:56:17.728" v="134" actId="478"/>
          <ac:grpSpMkLst>
            <pc:docMk/>
            <pc:sldMk cId="3332927974" sldId="561"/>
            <ac:grpSpMk id="39" creationId="{CBE7B544-CDF0-2284-74AE-1E5EEC8DEA41}"/>
          </ac:grpSpMkLst>
        </pc:grpChg>
      </pc:sldChg>
      <pc:sldChg chg="addSp delSp modSp mod">
        <pc:chgData name="yusmxx@yu.ac.kr" userId="1b807fba6d7b9bef" providerId="LiveId" clId="{0008A533-6340-4939-80C0-A4445C033C11}" dt="2023-08-11T00:55:22.617" v="120" actId="478"/>
        <pc:sldMkLst>
          <pc:docMk/>
          <pc:sldMk cId="106219985" sldId="565"/>
        </pc:sldMkLst>
        <pc:spChg chg="mod">
          <ac:chgData name="yusmxx@yu.ac.kr" userId="1b807fba6d7b9bef" providerId="LiveId" clId="{0008A533-6340-4939-80C0-A4445C033C11}" dt="2023-08-11T00:54:31.581" v="106"/>
          <ac:spMkLst>
            <pc:docMk/>
            <pc:sldMk cId="106219985" sldId="565"/>
            <ac:spMk id="7" creationId="{5F0D941E-D35B-94FB-8E46-C6B8221A3FD0}"/>
          </ac:spMkLst>
        </pc:spChg>
        <pc:spChg chg="mod">
          <ac:chgData name="yusmxx@yu.ac.kr" userId="1b807fba6d7b9bef" providerId="LiveId" clId="{0008A533-6340-4939-80C0-A4445C033C11}" dt="2023-08-11T00:54:31.581" v="106"/>
          <ac:spMkLst>
            <pc:docMk/>
            <pc:sldMk cId="106219985" sldId="565"/>
            <ac:spMk id="8" creationId="{E8074499-135B-3241-F381-4B672C55F26A}"/>
          </ac:spMkLst>
        </pc:spChg>
        <pc:spChg chg="mod">
          <ac:chgData name="yusmxx@yu.ac.kr" userId="1b807fba6d7b9bef" providerId="LiveId" clId="{0008A533-6340-4939-80C0-A4445C033C11}" dt="2023-08-11T00:54:31.581" v="106"/>
          <ac:spMkLst>
            <pc:docMk/>
            <pc:sldMk cId="106219985" sldId="565"/>
            <ac:spMk id="10" creationId="{521097B9-DA5A-9DF0-1D36-A1B861A06A7A}"/>
          </ac:spMkLst>
        </pc:spChg>
        <pc:spChg chg="mod">
          <ac:chgData name="yusmxx@yu.ac.kr" userId="1b807fba6d7b9bef" providerId="LiveId" clId="{0008A533-6340-4939-80C0-A4445C033C11}" dt="2023-08-11T00:54:31.581" v="106"/>
          <ac:spMkLst>
            <pc:docMk/>
            <pc:sldMk cId="106219985" sldId="565"/>
            <ac:spMk id="24" creationId="{485CB758-BE9E-919C-74FA-52A67BF1074A}"/>
          </ac:spMkLst>
        </pc:spChg>
        <pc:spChg chg="mod">
          <ac:chgData name="yusmxx@yu.ac.kr" userId="1b807fba6d7b9bef" providerId="LiveId" clId="{0008A533-6340-4939-80C0-A4445C033C11}" dt="2023-08-11T00:55:05.286" v="113"/>
          <ac:spMkLst>
            <pc:docMk/>
            <pc:sldMk cId="106219985" sldId="565"/>
            <ac:spMk id="38" creationId="{0D5FC0CE-C408-572B-7069-A622598771D3}"/>
          </ac:spMkLst>
        </pc:spChg>
        <pc:spChg chg="mod">
          <ac:chgData name="yusmxx@yu.ac.kr" userId="1b807fba6d7b9bef" providerId="LiveId" clId="{0008A533-6340-4939-80C0-A4445C033C11}" dt="2023-08-11T00:55:07.846" v="115" actId="20577"/>
          <ac:spMkLst>
            <pc:docMk/>
            <pc:sldMk cId="106219985" sldId="565"/>
            <ac:spMk id="39" creationId="{46B518D7-5680-5EC7-EFFD-3A08AE0934DF}"/>
          </ac:spMkLst>
        </pc:spChg>
        <pc:spChg chg="mod">
          <ac:chgData name="yusmxx@yu.ac.kr" userId="1b807fba6d7b9bef" providerId="LiveId" clId="{0008A533-6340-4939-80C0-A4445C033C11}" dt="2023-08-11T00:55:14.452" v="118"/>
          <ac:spMkLst>
            <pc:docMk/>
            <pc:sldMk cId="106219985" sldId="565"/>
            <ac:spMk id="41" creationId="{E75B8F3E-6A88-A6F2-F0EA-7D089AC1C517}"/>
          </ac:spMkLst>
        </pc:spChg>
        <pc:spChg chg="mod">
          <ac:chgData name="yusmxx@yu.ac.kr" userId="1b807fba6d7b9bef" providerId="LiveId" clId="{0008A533-6340-4939-80C0-A4445C033C11}" dt="2023-08-11T00:55:14.452" v="118"/>
          <ac:spMkLst>
            <pc:docMk/>
            <pc:sldMk cId="106219985" sldId="565"/>
            <ac:spMk id="42" creationId="{20B90364-C599-862C-49B8-427DAEF183AF}"/>
          </ac:spMkLst>
        </pc:spChg>
        <pc:grpChg chg="del">
          <ac:chgData name="yusmxx@yu.ac.kr" userId="1b807fba6d7b9bef" providerId="LiveId" clId="{0008A533-6340-4939-80C0-A4445C033C11}" dt="2023-08-11T00:54:46.732" v="109" actId="478"/>
          <ac:grpSpMkLst>
            <pc:docMk/>
            <pc:sldMk cId="106219985" sldId="565"/>
            <ac:grpSpMk id="2" creationId="{FEF248A7-ED54-13BD-9C2B-35D7DAECD66F}"/>
          </ac:grpSpMkLst>
        </pc:grpChg>
        <pc:grpChg chg="add mod">
          <ac:chgData name="yusmxx@yu.ac.kr" userId="1b807fba6d7b9bef" providerId="LiveId" clId="{0008A533-6340-4939-80C0-A4445C033C11}" dt="2023-08-11T00:54:41.635" v="108" actId="1076"/>
          <ac:grpSpMkLst>
            <pc:docMk/>
            <pc:sldMk cId="106219985" sldId="565"/>
            <ac:grpSpMk id="3" creationId="{4199DB72-9EDE-A004-3901-B441FC903CF6}"/>
          </ac:grpSpMkLst>
        </pc:grpChg>
        <pc:grpChg chg="add mod">
          <ac:chgData name="yusmxx@yu.ac.kr" userId="1b807fba6d7b9bef" providerId="LiveId" clId="{0008A533-6340-4939-80C0-A4445C033C11}" dt="2023-08-11T00:54:55.255" v="110" actId="1076"/>
          <ac:grpSpMkLst>
            <pc:docMk/>
            <pc:sldMk cId="106219985" sldId="565"/>
            <ac:grpSpMk id="9" creationId="{AE007968-8A64-505C-4528-7B7931D346DE}"/>
          </ac:grpSpMkLst>
        </pc:grpChg>
        <pc:grpChg chg="del mod">
          <ac:chgData name="yusmxx@yu.ac.kr" userId="1b807fba6d7b9bef" providerId="LiveId" clId="{0008A533-6340-4939-80C0-A4445C033C11}" dt="2023-08-11T00:55:22.617" v="120" actId="478"/>
          <ac:grpSpMkLst>
            <pc:docMk/>
            <pc:sldMk cId="106219985" sldId="565"/>
            <ac:grpSpMk id="15" creationId="{3272B26C-0D5A-3A2F-A99F-1F7261286B59}"/>
          </ac:grpSpMkLst>
        </pc:grpChg>
        <pc:grpChg chg="del">
          <ac:chgData name="yusmxx@yu.ac.kr" userId="1b807fba6d7b9bef" providerId="LiveId" clId="{0008A533-6340-4939-80C0-A4445C033C11}" dt="2023-08-11T00:54:35.363" v="107" actId="478"/>
          <ac:grpSpMkLst>
            <pc:docMk/>
            <pc:sldMk cId="106219985" sldId="565"/>
            <ac:grpSpMk id="18" creationId="{5405BEC7-F64F-C37A-8E0F-A18661A941B9}"/>
          </ac:grpSpMkLst>
        </pc:grpChg>
        <pc:grpChg chg="del mod">
          <ac:chgData name="yusmxx@yu.ac.kr" userId="1b807fba6d7b9bef" providerId="LiveId" clId="{0008A533-6340-4939-80C0-A4445C033C11}" dt="2023-08-11T00:55:22.617" v="120" actId="478"/>
          <ac:grpSpMkLst>
            <pc:docMk/>
            <pc:sldMk cId="106219985" sldId="565"/>
            <ac:grpSpMk id="22" creationId="{EFA2914C-A911-ADA4-70BF-A8E2F84271BB}"/>
          </ac:grpSpMkLst>
        </pc:grpChg>
        <pc:grpChg chg="mod">
          <ac:chgData name="yusmxx@yu.ac.kr" userId="1b807fba6d7b9bef" providerId="LiveId" clId="{0008A533-6340-4939-80C0-A4445C033C11}" dt="2023-08-11T00:54:14.313" v="105" actId="1076"/>
          <ac:grpSpMkLst>
            <pc:docMk/>
            <pc:sldMk cId="106219985" sldId="565"/>
            <ac:grpSpMk id="33" creationId="{2B6770F8-04F4-D018-C1F4-D55BE1994CDE}"/>
          </ac:grpSpMkLst>
        </pc:grpChg>
        <pc:grpChg chg="add mod">
          <ac:chgData name="yusmxx@yu.ac.kr" userId="1b807fba6d7b9bef" providerId="LiveId" clId="{0008A533-6340-4939-80C0-A4445C033C11}" dt="2023-08-11T00:55:11.980" v="117" actId="1076"/>
          <ac:grpSpMkLst>
            <pc:docMk/>
            <pc:sldMk cId="106219985" sldId="565"/>
            <ac:grpSpMk id="35" creationId="{863ECC46-9AB5-F302-F008-6314B4B13823}"/>
          </ac:grpSpMkLst>
        </pc:grpChg>
        <pc:grpChg chg="add mod">
          <ac:chgData name="yusmxx@yu.ac.kr" userId="1b807fba6d7b9bef" providerId="LiveId" clId="{0008A533-6340-4939-80C0-A4445C033C11}" dt="2023-08-11T00:55:16.998" v="119" actId="1076"/>
          <ac:grpSpMkLst>
            <pc:docMk/>
            <pc:sldMk cId="106219985" sldId="565"/>
            <ac:grpSpMk id="40" creationId="{5552418C-7931-1685-DBAC-D457360A3F91}"/>
          </ac:grpSpMkLst>
        </pc:grpChg>
      </pc:sldChg>
      <pc:sldChg chg="add">
        <pc:chgData name="yusmxx@yu.ac.kr" userId="1b807fba6d7b9bef" providerId="LiveId" clId="{0008A533-6340-4939-80C0-A4445C033C11}" dt="2023-08-11T00:48:39.967" v="65"/>
        <pc:sldMkLst>
          <pc:docMk/>
          <pc:sldMk cId="1725037187" sldId="569"/>
        </pc:sldMkLst>
      </pc:sldChg>
      <pc:sldMasterChg chg="addSp delSp modSp mod modSldLayout">
        <pc:chgData name="yusmxx@yu.ac.kr" userId="1b807fba6d7b9bef" providerId="LiveId" clId="{0008A533-6340-4939-80C0-A4445C033C11}" dt="2023-08-11T00:47:26.919" v="61" actId="166"/>
        <pc:sldMasterMkLst>
          <pc:docMk/>
          <pc:sldMasterMk cId="2860507968" sldId="2147483648"/>
        </pc:sldMasterMkLst>
        <pc:spChg chg="mod">
          <ac:chgData name="yusmxx@yu.ac.kr" userId="1b807fba6d7b9bef" providerId="LiveId" clId="{0008A533-6340-4939-80C0-A4445C033C11}" dt="2023-08-11T00:44:35.878" v="39"/>
          <ac:spMkLst>
            <pc:docMk/>
            <pc:sldMasterMk cId="2860507968" sldId="2147483648"/>
            <ac:spMk id="4" creationId="{E4151153-4AB9-4CFA-8ABD-245697E91F25}"/>
          </ac:spMkLst>
        </pc:spChg>
        <pc:spChg chg="del">
          <ac:chgData name="yusmxx@yu.ac.kr" userId="1b807fba6d7b9bef" providerId="LiveId" clId="{0008A533-6340-4939-80C0-A4445C033C11}" dt="2023-08-11T00:40:36.225" v="19" actId="478"/>
          <ac:spMkLst>
            <pc:docMk/>
            <pc:sldMasterMk cId="2860507968" sldId="2147483648"/>
            <ac:spMk id="5" creationId="{8B9DED0B-BA23-4D49-9944-C420C36E3F5D}"/>
          </ac:spMkLst>
        </pc:spChg>
        <pc:spChg chg="add del mod">
          <ac:chgData name="yusmxx@yu.ac.kr" userId="1b807fba6d7b9bef" providerId="LiveId" clId="{0008A533-6340-4939-80C0-A4445C033C11}" dt="2023-08-11T00:47:01.748" v="59" actId="478"/>
          <ac:spMkLst>
            <pc:docMk/>
            <pc:sldMasterMk cId="2860507968" sldId="2147483648"/>
            <ac:spMk id="7" creationId="{0EB847AA-9846-1A3B-9B68-1ED5308F126A}"/>
          </ac:spMkLst>
        </pc:spChg>
        <pc:spChg chg="add mod ord">
          <ac:chgData name="yusmxx@yu.ac.kr" userId="1b807fba6d7b9bef" providerId="LiveId" clId="{0008A533-6340-4939-80C0-A4445C033C11}" dt="2023-08-11T00:47:26.919" v="61" actId="166"/>
          <ac:spMkLst>
            <pc:docMk/>
            <pc:sldMasterMk cId="2860507968" sldId="2147483648"/>
            <ac:spMk id="8" creationId="{8A57E55B-6425-B095-6DD0-473CBF3F4201}"/>
          </ac:spMkLst>
        </pc:spChg>
        <pc:spChg chg="add del mod">
          <ac:chgData name="yusmxx@yu.ac.kr" userId="1b807fba6d7b9bef" providerId="LiveId" clId="{0008A533-6340-4939-80C0-A4445C033C11}" dt="2023-08-11T00:47:03.514" v="60" actId="478"/>
          <ac:spMkLst>
            <pc:docMk/>
            <pc:sldMasterMk cId="2860507968" sldId="2147483648"/>
            <ac:spMk id="9" creationId="{578A840F-21C8-3AD2-82FF-EE2559C8B378}"/>
          </ac:spMkLst>
        </pc:spChg>
        <pc:sldLayoutChg chg="addSp delSp modSp mod">
          <pc:chgData name="yusmxx@yu.ac.kr" userId="1b807fba6d7b9bef" providerId="LiveId" clId="{0008A533-6340-4939-80C0-A4445C033C11}" dt="2023-08-11T00:44:47.615" v="50" actId="478"/>
          <pc:sldLayoutMkLst>
            <pc:docMk/>
            <pc:sldMasterMk cId="2860507968" sldId="2147483648"/>
            <pc:sldLayoutMk cId="50853273" sldId="2147483651"/>
          </pc:sldLayoutMkLst>
          <pc:spChg chg="add del">
            <ac:chgData name="yusmxx@yu.ac.kr" userId="1b807fba6d7b9bef" providerId="LiveId" clId="{0008A533-6340-4939-80C0-A4445C033C11}" dt="2023-08-11T00:44:47.615" v="50" actId="478"/>
            <ac:spMkLst>
              <pc:docMk/>
              <pc:sldMasterMk cId="2860507968" sldId="2147483648"/>
              <pc:sldLayoutMk cId="50853273" sldId="2147483651"/>
              <ac:spMk id="4" creationId="{41A26D91-5322-4173-91CB-E5C6F0708FFE}"/>
            </ac:spMkLst>
          </pc:spChg>
          <pc:spChg chg="add del">
            <ac:chgData name="yusmxx@yu.ac.kr" userId="1b807fba6d7b9bef" providerId="LiveId" clId="{0008A533-6340-4939-80C0-A4445C033C11}" dt="2023-08-11T00:44:45.835" v="45" actId="478"/>
            <ac:spMkLst>
              <pc:docMk/>
              <pc:sldMasterMk cId="2860507968" sldId="2147483648"/>
              <pc:sldLayoutMk cId="50853273" sldId="2147483651"/>
              <ac:spMk id="6" creationId="{FC83AE05-90BC-443E-A190-1A57A203C057}"/>
            </ac:spMkLst>
          </pc:spChg>
          <pc:spChg chg="add del mod">
            <ac:chgData name="yusmxx@yu.ac.kr" userId="1b807fba6d7b9bef" providerId="LiveId" clId="{0008A533-6340-4939-80C0-A4445C033C11}" dt="2023-08-11T00:44:47.270" v="49"/>
            <ac:spMkLst>
              <pc:docMk/>
              <pc:sldMasterMk cId="2860507968" sldId="2147483648"/>
              <pc:sldLayoutMk cId="50853273" sldId="2147483651"/>
              <ac:spMk id="7" creationId="{4B081DBA-A158-F447-9DBE-C727247B9BB6}"/>
            </ac:spMkLst>
          </pc:spChg>
          <pc:spChg chg="add del mod">
            <ac:chgData name="yusmxx@yu.ac.kr" userId="1b807fba6d7b9bef" providerId="LiveId" clId="{0008A533-6340-4939-80C0-A4445C033C11}" dt="2023-08-11T00:44:46.581" v="47"/>
            <ac:spMkLst>
              <pc:docMk/>
              <pc:sldMasterMk cId="2860507968" sldId="2147483648"/>
              <pc:sldLayoutMk cId="50853273" sldId="2147483651"/>
              <ac:spMk id="8" creationId="{D7D89570-6600-2CAC-C8A7-DBF3996AEBB7}"/>
            </ac:spMkLst>
          </pc:spChg>
        </pc:sldLayoutChg>
        <pc:sldLayoutChg chg="addSp delSp modSp mod">
          <pc:chgData name="yusmxx@yu.ac.kr" userId="1b807fba6d7b9bef" providerId="LiveId" clId="{0008A533-6340-4939-80C0-A4445C033C11}" dt="2023-08-11T00:44:49.668" v="52" actId="478"/>
          <pc:sldLayoutMkLst>
            <pc:docMk/>
            <pc:sldMasterMk cId="2860507968" sldId="2147483648"/>
            <pc:sldLayoutMk cId="3985154028" sldId="2147483655"/>
          </pc:sldLayoutMkLst>
          <pc:spChg chg="del">
            <ac:chgData name="yusmxx@yu.ac.kr" userId="1b807fba6d7b9bef" providerId="LiveId" clId="{0008A533-6340-4939-80C0-A4445C033C11}" dt="2023-08-11T00:32:31.070" v="1" actId="478"/>
            <ac:spMkLst>
              <pc:docMk/>
              <pc:sldMasterMk cId="2860507968" sldId="2147483648"/>
              <pc:sldLayoutMk cId="3985154028" sldId="2147483655"/>
              <ac:spMk id="2" creationId="{C52AC692-7268-4D95-8F19-722C37C73845}"/>
            </ac:spMkLst>
          </pc:spChg>
          <pc:spChg chg="del">
            <ac:chgData name="yusmxx@yu.ac.kr" userId="1b807fba6d7b9bef" providerId="LiveId" clId="{0008A533-6340-4939-80C0-A4445C033C11}" dt="2023-08-11T00:32:28.425" v="0" actId="478"/>
            <ac:spMkLst>
              <pc:docMk/>
              <pc:sldMasterMk cId="2860507968" sldId="2147483648"/>
              <pc:sldLayoutMk cId="3985154028" sldId="2147483655"/>
              <ac:spMk id="3" creationId="{ECB42C91-C67F-4DFF-B144-EA7ED7DDCFAB}"/>
            </ac:spMkLst>
          </pc:spChg>
          <pc:spChg chg="add del mod ord">
            <ac:chgData name="yusmxx@yu.ac.kr" userId="1b807fba6d7b9bef" providerId="LiveId" clId="{0008A533-6340-4939-80C0-A4445C033C11}" dt="2023-08-11T00:44:49.668" v="52" actId="478"/>
            <ac:spMkLst>
              <pc:docMk/>
              <pc:sldMasterMk cId="2860507968" sldId="2147483648"/>
              <pc:sldLayoutMk cId="3985154028" sldId="2147483655"/>
              <ac:spMk id="4" creationId="{B57D9541-A6B9-4942-BC4A-7EC0EA31A602}"/>
            </ac:spMkLst>
          </pc:spChg>
        </pc:sldLayoutChg>
      </pc:sldMasterChg>
      <pc:sldMasterChg chg="new del mod addSldLayout delSldLayout">
        <pc:chgData name="yusmxx@yu.ac.kr" userId="1b807fba6d7b9bef" providerId="LiveId" clId="{0008A533-6340-4939-80C0-A4445C033C11}" dt="2023-08-11T00:36:23.756" v="16" actId="6938"/>
        <pc:sldMasterMkLst>
          <pc:docMk/>
          <pc:sldMasterMk cId="3784546729" sldId="2147483660"/>
        </pc:sldMasterMkLst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483782859" sldId="2147483661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424335790" sldId="2147483662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1687464746" sldId="2147483663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3586079729" sldId="2147483664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345205526" sldId="2147483665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175885874" sldId="2147483666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185084169" sldId="2147483667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915819667" sldId="2147483668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265014493" sldId="2147483669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3886366418" sldId="2147483670"/>
          </pc:sldLayoutMkLst>
        </pc:sldLayoutChg>
        <pc:sldLayoutChg chg="new del replId">
          <pc:chgData name="yusmxx@yu.ac.kr" userId="1b807fba6d7b9bef" providerId="LiveId" clId="{0008A533-6340-4939-80C0-A4445C033C11}" dt="2023-08-11T00:36:23.756" v="16" actId="6938"/>
          <pc:sldLayoutMkLst>
            <pc:docMk/>
            <pc:sldMasterMk cId="3784546729" sldId="2147483660"/>
            <pc:sldLayoutMk cId="2605388159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4545E-5E58-4315-B709-D214E82C02A9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02EE2-5917-4E25-9719-F0BD21E4C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12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맑은 고딕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맑은 고딕"/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맑은 고딕"/>
              <a:buNone/>
              <a:defRPr/>
            </a:pPr>
            <a:endParaRPr/>
          </a:p>
        </p:txBody>
      </p:sp>
      <p:sp>
        <p:nvSpPr>
          <p:cNvPr id="1580" name="Google Shape;1580;p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맑은 고딕"/>
              <a:buNone/>
              <a:defRPr/>
            </a:pPr>
            <a:endParaRPr/>
          </a:p>
        </p:txBody>
      </p:sp>
      <p:sp>
        <p:nvSpPr>
          <p:cNvPr id="1580" name="Google Shape;1580;p9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2440599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맑은 고딕" panose="020B0604020202020204" pitchFamily="34" charset="0"/>
                <a:cs typeface="맑은 고딕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604020202020204" pitchFamily="34" charset="0"/>
                <a:cs typeface="맑은 고딕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맑은 고딕" panose="020B0604020202020204" pitchFamily="34" charset="0"/>
                <a:cs typeface="맑은 고딕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604020202020204" pitchFamily="34" charset="0"/>
                <a:cs typeface="맑은 고딕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604020202020204" pitchFamily="34" charset="0"/>
                <a:cs typeface="맑은 고딕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맑은 고딕" panose="020B0604020202020204" pitchFamily="34" charset="0"/>
              <a:cs typeface="맑은 고딕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2026-05-15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A57E55B-6425-B095-6DD0-473CBF3F4201}"/>
              </a:ext>
            </a:extLst>
          </p:cNvPr>
          <p:cNvSpPr txBox="1">
            <a:spLocks/>
          </p:cNvSpPr>
          <p:nvPr userDrawn="1"/>
        </p:nvSpPr>
        <p:spPr>
          <a:xfrm>
            <a:off x="-888507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fld id="{84F9B66E-A506-4F32-84E5-F344782BD9BA}" type="slidenum">
              <a:rPr lang="ko-KR" altLang="en-US" smtClean="0">
                <a:solidFill>
                  <a:schemeClr val="accent2"/>
                </a:solidFill>
              </a:rPr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en-US" altLang="ko-KR" dirty="0">
                <a:solidFill>
                  <a:schemeClr val="tx2"/>
                </a:solidFill>
              </a:rPr>
              <a:t>93</a:t>
            </a:r>
            <a:endParaRPr lang="ko-KR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/>
          <a:ea typeface="맑은 고딕"/>
          <a:cs typeface="맑은 고딕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맑은 고딕" panose="020B0604020202020204" pitchFamily="34" charset="0"/>
        <a:buChar char="•"/>
        <a:defRPr sz="2800" kern="1200">
          <a:solidFill>
            <a:schemeClr val="tx1"/>
          </a:solidFill>
          <a:latin typeface="맑은 고딕"/>
          <a:ea typeface="맑은 고딕"/>
          <a:cs typeface="맑은 고딕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400" kern="1200">
          <a:solidFill>
            <a:schemeClr val="tx1"/>
          </a:solidFill>
          <a:latin typeface="맑은 고딕"/>
          <a:ea typeface="맑은 고딕"/>
          <a:cs typeface="맑은 고딕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2000" kern="1200">
          <a:solidFill>
            <a:schemeClr val="tx1"/>
          </a:solidFill>
          <a:latin typeface="맑은 고딕"/>
          <a:ea typeface="맑은 고딕"/>
          <a:cs typeface="맑은 고딕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604020202020204" pitchFamily="34" charset="0"/>
        <a:buChar char="•"/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맑은 고딕"/>
          <a:ea typeface="맑은 고딕"/>
          <a:cs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4" Type="http://schemas.openxmlformats.org/officeDocument/2006/relationships/video" Target="../media/media2.mp4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962700" y="4660150"/>
            <a:ext cx="10266600" cy="9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35EBE"/>
              </a:buClr>
              <a:buSzPts val="4900"/>
              <a:buFont typeface="맑은 고딕"/>
              <a:buNone/>
            </a:pPr>
            <a:r>
              <a:rPr lang="en-US" sz="4800" b="1" i="0" u="none" strike="noStrike" cap="none" dirty="0">
                <a:solidFill>
                  <a:srgbClr val="435EBE"/>
                </a:solidFill>
                <a:latin typeface="맑은 고딕"/>
                <a:ea typeface="맑은 고딕"/>
                <a:cs typeface="맑은 고딕"/>
                <a:sym typeface="맑은 고딕"/>
              </a:rPr>
              <a:t>A</a:t>
            </a:r>
            <a:r>
              <a:rPr lang="en-US" sz="4800" b="1" dirty="0">
                <a:solidFill>
                  <a:srgbClr val="435EBE"/>
                </a:solidFill>
                <a:latin typeface="맑은 고딕"/>
                <a:ea typeface="맑은 고딕"/>
                <a:cs typeface="맑은 고딕"/>
                <a:sym typeface="맑은 고딕"/>
              </a:rPr>
              <a:t>I</a:t>
            </a:r>
            <a:r>
              <a:rPr lang="ko-KR" altLang="en-US" sz="4800" b="1" dirty="0">
                <a:solidFill>
                  <a:srgbClr val="435EBE"/>
                </a:solidFill>
                <a:latin typeface="맑은 고딕"/>
                <a:ea typeface="맑은 고딕"/>
                <a:cs typeface="맑은 고딕"/>
                <a:sym typeface="맑은 고딕"/>
              </a:rPr>
              <a:t> 협업 플랫폼</a:t>
            </a:r>
            <a:endParaRPr sz="4800" b="1" i="0" u="none" strike="noStrike" cap="none" dirty="0">
              <a:solidFill>
                <a:srgbClr val="435EBE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925400" y="5636950"/>
            <a:ext cx="10266600" cy="9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EBE"/>
              </a:buClr>
              <a:buSzPts val="3000"/>
              <a:buFont typeface="맑은 고딕"/>
              <a:buNone/>
            </a:pPr>
            <a:r>
              <a:rPr lang="en-US" sz="3000" b="1" dirty="0">
                <a:solidFill>
                  <a:srgbClr val="435EBE"/>
                </a:solidFill>
                <a:sym typeface="맑은 고딕"/>
              </a:rPr>
              <a:t>7</a:t>
            </a:r>
            <a:r>
              <a:rPr lang="en-US" sz="3000" b="1" i="0" u="none" strike="noStrike" cap="none" dirty="0">
                <a:solidFill>
                  <a:srgbClr val="435EBE"/>
                </a:solidFill>
                <a:latin typeface="맑은 고딕"/>
                <a:ea typeface="맑은 고딕"/>
                <a:cs typeface="맑은 고딕"/>
                <a:sym typeface="맑은 고딕"/>
              </a:rPr>
              <a:t>조 ANG ( Ai Network Group )</a:t>
            </a:r>
            <a:endParaRPr sz="3000" b="1" i="0" u="none" strike="noStrike" cap="none" dirty="0">
              <a:solidFill>
                <a:srgbClr val="435EBE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맑은 고딕"/>
              <a:buNone/>
            </a:pPr>
            <a:r>
              <a:rPr lang="ko-KR" altLang="en-US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김성현 </a:t>
            </a:r>
            <a:r>
              <a:rPr lang="en-US" altLang="ko-KR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/ </a:t>
            </a:r>
            <a:r>
              <a:rPr lang="ko-KR" altLang="en-US" sz="1900" b="1" i="0" u="none" strike="noStrike" cap="none" dirty="0" err="1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성수찬</a:t>
            </a:r>
            <a:r>
              <a:rPr lang="ko-KR" altLang="en-US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 </a:t>
            </a:r>
            <a:r>
              <a:rPr lang="en-US" altLang="ko-KR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/ </a:t>
            </a:r>
            <a:r>
              <a:rPr lang="ko-KR" altLang="en-US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김재우 </a:t>
            </a:r>
            <a:r>
              <a:rPr lang="en-US" altLang="ko-KR" sz="1900" b="1" i="0" u="none" strike="noStrike" cap="none" dirty="0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t>/ </a:t>
            </a:r>
            <a:r>
              <a:rPr lang="ko-KR" altLang="en-US" sz="1900" b="1" dirty="0">
                <a:solidFill>
                  <a:schemeClr val="dk1"/>
                </a:solidFill>
                <a:sym typeface="맑은 고딕"/>
              </a:rPr>
              <a:t>이상열 </a:t>
            </a:r>
            <a:r>
              <a:rPr lang="en-US" altLang="ko-KR" sz="1900" b="1" dirty="0">
                <a:solidFill>
                  <a:schemeClr val="dk1"/>
                </a:solidFill>
                <a:sym typeface="맑은 고딕"/>
              </a:rPr>
              <a:t>/ </a:t>
            </a:r>
            <a:r>
              <a:rPr lang="ko-KR" altLang="en-US" sz="1900" b="1" dirty="0" err="1">
                <a:solidFill>
                  <a:schemeClr val="dk1"/>
                </a:solidFill>
                <a:sym typeface="맑은 고딕"/>
              </a:rPr>
              <a:t>임건수</a:t>
            </a:r>
            <a:r>
              <a:rPr lang="ko-KR" altLang="en-US" sz="1900" b="1" dirty="0">
                <a:solidFill>
                  <a:schemeClr val="dk1"/>
                </a:solidFill>
                <a:sym typeface="맑은 고딕"/>
              </a:rPr>
              <a:t> </a:t>
            </a:r>
            <a:r>
              <a:rPr lang="en-US" altLang="ko-KR" sz="1900" b="1" dirty="0">
                <a:solidFill>
                  <a:schemeClr val="dk1"/>
                </a:solidFill>
                <a:sym typeface="맑은 고딕"/>
              </a:rPr>
              <a:t>/ </a:t>
            </a:r>
            <a:r>
              <a:rPr lang="ko-KR" altLang="en-US" sz="1900" b="1" dirty="0">
                <a:solidFill>
                  <a:schemeClr val="dk1"/>
                </a:solidFill>
                <a:sym typeface="맑은 고딕"/>
              </a:rPr>
              <a:t>김광민</a:t>
            </a:r>
            <a:endParaRPr sz="1900" b="1" i="0" u="none" strike="noStrike" cap="none" dirty="0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F4BCC6-04B0-9799-23D5-40A6D0F9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  <p:pic>
        <p:nvPicPr>
          <p:cNvPr id="8" name="그림 7" descr="원, 그래픽, 스크린샷, 천문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CB2208-1206-16BE-DA9A-AA881B09A2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81" y="330813"/>
            <a:ext cx="4945876" cy="4084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A5BB3783-B336-E6D0-4915-A2947085B734}"/>
              </a:ext>
            </a:extLst>
          </p:cNvPr>
          <p:cNvGrpSpPr/>
          <p:nvPr/>
        </p:nvGrpSpPr>
        <p:grpSpPr>
          <a:xfrm>
            <a:off x="433819" y="1547908"/>
            <a:ext cx="8936603" cy="1194204"/>
            <a:chOff x="325394" y="1440505"/>
            <a:chExt cx="5711544" cy="119420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2FE7E7-2A83-F7A5-7383-01A32B6BC676}"/>
                </a:ext>
              </a:extLst>
            </p:cNvPr>
            <p:cNvSpPr txBox="1"/>
            <p:nvPr/>
          </p:nvSpPr>
          <p:spPr>
            <a:xfrm>
              <a:off x="325394" y="144050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FCFBF7"/>
                  </a:solidFill>
                </a:rPr>
                <a:t>1</a:t>
              </a:r>
              <a:endParaRPr lang="ko-KR" altLang="en-US" sz="3200" b="1" dirty="0">
                <a:solidFill>
                  <a:srgbClr val="FCFBF7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D50D35-07D4-6210-A4E0-FC7B4A4FDB99}"/>
                </a:ext>
              </a:extLst>
            </p:cNvPr>
            <p:cNvSpPr txBox="1"/>
            <p:nvPr/>
          </p:nvSpPr>
          <p:spPr>
            <a:xfrm>
              <a:off x="936759" y="1619046"/>
              <a:ext cx="51001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/>
                <a:t>기존 클라우드 기반 </a:t>
              </a:r>
              <a:r>
                <a:rPr lang="en-US" altLang="ko-KR" sz="2000" dirty="0"/>
                <a:t>AI </a:t>
              </a:r>
              <a:r>
                <a:rPr lang="ko-KR" altLang="en-US" sz="2000" dirty="0"/>
                <a:t>협업 도구는 외부 서버로 데이터가 전송되어 </a:t>
              </a:r>
              <a:r>
                <a:rPr lang="ko-KR" altLang="en-US" sz="2000" b="1" dirty="0"/>
                <a:t>기업</a:t>
              </a:r>
              <a:r>
                <a:rPr lang="en-US" altLang="ko-KR" sz="2000" b="1" dirty="0"/>
                <a:t>·</a:t>
              </a:r>
              <a:r>
                <a:rPr lang="ko-KR" altLang="en-US" sz="2000" b="1" dirty="0"/>
                <a:t>기관의 내부 정보 유출 위험</a:t>
              </a:r>
              <a:r>
                <a:rPr lang="ko-KR" altLang="en-US" sz="2000" dirty="0"/>
                <a:t>이 존재함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보안이 중요한 환경에서도 안전하게 </a:t>
              </a:r>
              <a:r>
                <a:rPr lang="en-US" altLang="ko-KR" sz="2000" dirty="0"/>
                <a:t>AI</a:t>
              </a:r>
              <a:r>
                <a:rPr lang="ko-KR" altLang="en-US" sz="2000" dirty="0"/>
                <a:t>를 활용할 수 있는 협업 플랫폼의 필요성</a:t>
              </a:r>
              <a:endParaRPr lang="ko-KR" altLang="en-US" sz="2000" dirty="0">
                <a:solidFill>
                  <a:schemeClr val="tx2">
                    <a:lumMod val="50000"/>
                  </a:schemeClr>
                </a:solidFill>
                <a:latin typeface="맑은 고딕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719D7A5-E666-4074-334D-9A58A99FBBF7}"/>
              </a:ext>
            </a:extLst>
          </p:cNvPr>
          <p:cNvSpPr txBox="1"/>
          <p:nvPr/>
        </p:nvSpPr>
        <p:spPr>
          <a:xfrm>
            <a:off x="543009" y="2824703"/>
            <a:ext cx="707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FCFBF7"/>
                </a:solidFill>
              </a:rPr>
              <a:t>2</a:t>
            </a:r>
            <a:endParaRPr lang="ko-KR" altLang="en-US" sz="3200" b="1" dirty="0">
              <a:solidFill>
                <a:srgbClr val="FCFBF7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315375-B177-837C-BD96-E0ACEBA7C4E8}"/>
              </a:ext>
            </a:extLst>
          </p:cNvPr>
          <p:cNvSpPr txBox="1"/>
          <p:nvPr/>
        </p:nvSpPr>
        <p:spPr>
          <a:xfrm>
            <a:off x="1359549" y="3001161"/>
            <a:ext cx="78367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r>
              <a:rPr lang="ko-KR" altLang="en-US" sz="2000" dirty="0"/>
              <a:t>로컬 </a:t>
            </a:r>
            <a:r>
              <a:rPr lang="en-US" altLang="ko-KR" sz="2000" dirty="0"/>
              <a:t>LLM</a:t>
            </a:r>
            <a:r>
              <a:rPr lang="ko-KR" altLang="en-US" sz="2000" dirty="0"/>
              <a:t>을 기반으로 외부 데이터 유출 없이 </a:t>
            </a:r>
            <a:r>
              <a:rPr lang="en-US" altLang="ko-KR" sz="2000" dirty="0"/>
              <a:t>AI </a:t>
            </a:r>
            <a:r>
              <a:rPr lang="ko-KR" altLang="en-US" sz="2000" dirty="0"/>
              <a:t>기능을 제공하며</a:t>
            </a:r>
            <a:r>
              <a:rPr lang="en-US" altLang="ko-KR" sz="2000" dirty="0"/>
              <a:t>, </a:t>
            </a:r>
            <a:r>
              <a:rPr lang="ko-KR" altLang="en-US" sz="2000" b="1" dirty="0"/>
              <a:t>부서별 업무 특성에 맞춘 맞춤형 협업 환경</a:t>
            </a:r>
            <a:r>
              <a:rPr lang="ko-KR" altLang="en-US" sz="2000" dirty="0"/>
              <a:t>을 구축하는 것을 목표로 함</a:t>
            </a:r>
            <a:r>
              <a:rPr lang="en-US" altLang="ko-KR" sz="2000" dirty="0"/>
              <a:t>. </a:t>
            </a:r>
            <a:r>
              <a:rPr lang="ko-KR" altLang="en-US" sz="2000" dirty="0"/>
              <a:t>보안성과 실용성을 동시에 갖춘 </a:t>
            </a:r>
            <a:r>
              <a:rPr lang="ko-KR" altLang="en-US" sz="2000" dirty="0" err="1"/>
              <a:t>온프레미스</a:t>
            </a:r>
            <a:r>
              <a:rPr lang="ko-KR" altLang="en-US" sz="2000" dirty="0"/>
              <a:t> </a:t>
            </a:r>
            <a:r>
              <a:rPr lang="en-US" altLang="ko-KR" sz="2000" dirty="0"/>
              <a:t>AI </a:t>
            </a:r>
            <a:r>
              <a:rPr lang="ko-KR" altLang="en-US" sz="2000" dirty="0"/>
              <a:t>협업 플랫폼 개발을 지향함</a:t>
            </a:r>
            <a:r>
              <a:rPr lang="en-US" altLang="ko-KR" sz="2000" dirty="0"/>
              <a:t>.</a:t>
            </a:r>
            <a:endParaRPr lang="ko-KR" altLang="en-US" sz="2000" b="0" i="0" u="none" strike="noStrike" cap="none" dirty="0">
              <a:solidFill>
                <a:schemeClr val="dk1"/>
              </a:solidFill>
              <a:latin typeface="맑은 고딕"/>
              <a:cs typeface="맑은 고딕"/>
              <a:sym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02AE1CD-2A65-E80D-37F8-1CBA7F698C01}"/>
              </a:ext>
            </a:extLst>
          </p:cNvPr>
          <p:cNvGrpSpPr/>
          <p:nvPr/>
        </p:nvGrpSpPr>
        <p:grpSpPr>
          <a:xfrm>
            <a:off x="-445968" y="4720129"/>
            <a:ext cx="9276459" cy="1034296"/>
            <a:chOff x="410961" y="1461105"/>
            <a:chExt cx="3095657" cy="282974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27FE66-E79E-2926-7B3A-B423C542E4DB}"/>
                </a:ext>
              </a:extLst>
            </p:cNvPr>
            <p:cNvSpPr txBox="1"/>
            <p:nvPr/>
          </p:nvSpPr>
          <p:spPr>
            <a:xfrm>
              <a:off x="410961" y="1461105"/>
              <a:ext cx="4683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FCFBF7"/>
                  </a:solidFill>
                </a:rPr>
                <a:t>3</a:t>
              </a:r>
              <a:endParaRPr lang="ko-KR" altLang="en-US" sz="3200" b="1" dirty="0">
                <a:solidFill>
                  <a:srgbClr val="FCFBF7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EA55B1-AB54-FC7F-D829-1F423EC84A3F}"/>
                </a:ext>
              </a:extLst>
            </p:cNvPr>
            <p:cNvSpPr txBox="1"/>
            <p:nvPr/>
          </p:nvSpPr>
          <p:spPr>
            <a:xfrm>
              <a:off x="960970" y="1753492"/>
              <a:ext cx="2545648" cy="253736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14999"/>
                </a:lnSpc>
                <a:spcBef>
                  <a:spcPts val="1500"/>
                </a:spcBef>
                <a:buSzPts val="1350"/>
                <a:buFont typeface="맑은 고딕"/>
              </a:pPr>
              <a:r>
                <a:rPr lang="ko-KR" altLang="en-US" sz="2000" dirty="0"/>
                <a:t>내부 데이터를 외부로 노출하지 않아 </a:t>
              </a:r>
              <a:r>
                <a:rPr lang="ko-KR" altLang="en-US" sz="2000" b="1" dirty="0"/>
                <a:t>정보 보안 리스크를 근본적으로 차단</a:t>
              </a:r>
              <a:r>
                <a:rPr lang="ko-KR" altLang="en-US" sz="2000" dirty="0"/>
                <a:t>하고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부서 맞춤형 </a:t>
              </a:r>
              <a:r>
                <a:rPr lang="en-US" altLang="ko-KR" sz="2000" dirty="0"/>
                <a:t>AI </a:t>
              </a:r>
              <a:r>
                <a:rPr lang="ko-KR" altLang="en-US" sz="2000" dirty="0"/>
                <a:t>지원으로 업무 효율을 향상시킴</a:t>
              </a:r>
              <a:r>
                <a:rPr lang="en-US" altLang="ko-KR" sz="2000" dirty="0"/>
                <a:t>. </a:t>
              </a:r>
              <a:r>
                <a:rPr lang="ko-KR" altLang="en-US" sz="2000" dirty="0"/>
                <a:t>보안이 중요한 공공기관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의료기관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기업 내부 팀 등 다양한 환경에 적용 가능함</a:t>
              </a:r>
              <a:r>
                <a:rPr lang="en-US" altLang="ko-KR" sz="2000" dirty="0"/>
                <a:t>.</a:t>
              </a:r>
              <a:endParaRPr lang="ko-KR" dirty="0">
                <a:solidFill>
                  <a:schemeClr val="dk1"/>
                </a:solidFill>
              </a:endParaRP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52FB7FD-339E-27E9-203D-DA272427AC68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BA3A6AE-805B-D7DD-8AFD-6389730299BA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88EC41-740B-693B-5346-ED6A96E50A01}"/>
              </a:ext>
            </a:extLst>
          </p:cNvPr>
          <p:cNvSpPr txBox="1"/>
          <p:nvPr/>
        </p:nvSpPr>
        <p:spPr>
          <a:xfrm>
            <a:off x="185879" y="46855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</a:rPr>
              <a:t>1</a:t>
            </a:r>
            <a:endParaRPr lang="ko-KR" altLang="en-US" sz="4800" b="1" dirty="0">
              <a:solidFill>
                <a:schemeClr val="accent2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5EFEFC-25EE-849F-6DC0-253F167DB3F3}"/>
              </a:ext>
            </a:extLst>
          </p:cNvPr>
          <p:cNvGrpSpPr/>
          <p:nvPr/>
        </p:nvGrpSpPr>
        <p:grpSpPr>
          <a:xfrm>
            <a:off x="452939" y="1729152"/>
            <a:ext cx="701040" cy="701040"/>
            <a:chOff x="294640" y="1391920"/>
            <a:chExt cx="701040" cy="70104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415BBDB-D5F0-5EFA-83A0-7DC260D7FD98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5AABC1-DD2D-9FA2-C898-160CDE55AFDC}"/>
                </a:ext>
              </a:extLst>
            </p:cNvPr>
            <p:cNvSpPr txBox="1"/>
            <p:nvPr/>
          </p:nvSpPr>
          <p:spPr>
            <a:xfrm>
              <a:off x="458250" y="146110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FCFBF7"/>
                  </a:solidFill>
                </a:rPr>
                <a:t>1</a:t>
              </a:r>
              <a:endParaRPr lang="ko-KR" altLang="en-US" sz="3200" b="1" dirty="0">
                <a:solidFill>
                  <a:srgbClr val="FCFBF7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EC09F99-39DD-B82D-6A37-A50F0D250912}"/>
              </a:ext>
            </a:extLst>
          </p:cNvPr>
          <p:cNvGrpSpPr/>
          <p:nvPr/>
        </p:nvGrpSpPr>
        <p:grpSpPr>
          <a:xfrm>
            <a:off x="430311" y="3259442"/>
            <a:ext cx="701040" cy="701040"/>
            <a:chOff x="294640" y="1391920"/>
            <a:chExt cx="701040" cy="70104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FB409DF-0EFE-956E-F378-66F833714D45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78499B-88DF-E9A5-986A-3912B305D386}"/>
                </a:ext>
              </a:extLst>
            </p:cNvPr>
            <p:cNvSpPr txBox="1"/>
            <p:nvPr/>
          </p:nvSpPr>
          <p:spPr>
            <a:xfrm>
              <a:off x="414167" y="1461105"/>
              <a:ext cx="46198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FCFBF7"/>
                  </a:solidFill>
                </a:rPr>
                <a:t>2</a:t>
              </a:r>
              <a:endParaRPr lang="ko-KR" altLang="en-US" sz="3200" b="1" dirty="0">
                <a:solidFill>
                  <a:srgbClr val="FCFBF7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DD234DE-09B3-96D3-ACDD-6A90966B836A}"/>
              </a:ext>
            </a:extLst>
          </p:cNvPr>
          <p:cNvGrpSpPr/>
          <p:nvPr/>
        </p:nvGrpSpPr>
        <p:grpSpPr>
          <a:xfrm>
            <a:off x="430311" y="4886757"/>
            <a:ext cx="701040" cy="701040"/>
            <a:chOff x="294640" y="1391920"/>
            <a:chExt cx="701040" cy="70104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7C28AFD-ADF0-51B4-3DF5-917E16C1C994}"/>
                </a:ext>
              </a:extLst>
            </p:cNvPr>
            <p:cNvSpPr/>
            <p:nvPr/>
          </p:nvSpPr>
          <p:spPr>
            <a:xfrm>
              <a:off x="294640" y="1391920"/>
              <a:ext cx="701040" cy="701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53B990-2E41-F518-2204-20E83C4F98EE}"/>
                </a:ext>
              </a:extLst>
            </p:cNvPr>
            <p:cNvSpPr txBox="1"/>
            <p:nvPr/>
          </p:nvSpPr>
          <p:spPr>
            <a:xfrm>
              <a:off x="410961" y="1461105"/>
              <a:ext cx="4683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rgbClr val="FCFBF7"/>
                  </a:solidFill>
                </a:rPr>
                <a:t>3</a:t>
              </a:r>
              <a:endParaRPr lang="ko-KR" altLang="en-US" sz="3200" b="1" dirty="0">
                <a:solidFill>
                  <a:srgbClr val="FCFBF7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0C4BAC-835A-EF1A-013E-AC385D23F8B9}"/>
              </a:ext>
            </a:extLst>
          </p:cNvPr>
          <p:cNvSpPr txBox="1"/>
          <p:nvPr/>
        </p:nvSpPr>
        <p:spPr>
          <a:xfrm>
            <a:off x="720000" y="121920"/>
            <a:ext cx="88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E243F4-F9D2-89B6-7E08-175CB5C55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7" y="6433721"/>
            <a:ext cx="1362265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8CDF40-98C4-4448-B94A-655387F17874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4FC1D-BF21-4AB3-B508-A8DFD3569C7C}"/>
              </a:ext>
            </a:extLst>
          </p:cNvPr>
          <p:cNvSpPr txBox="1"/>
          <p:nvPr/>
        </p:nvSpPr>
        <p:spPr>
          <a:xfrm>
            <a:off x="6670173" y="2921168"/>
            <a:ext cx="50722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맑은 고딕" panose="00000A00000000000000" pitchFamily="2" charset="-127"/>
                <a:ea typeface="맑은 고딕" panose="00000A00000000000000" pitchFamily="2" charset="-127"/>
              </a:rPr>
              <a:t>프로젝트 흐름</a:t>
            </a:r>
            <a:endParaRPr lang="en-US" altLang="ko-KR" sz="6000" dirty="0">
              <a:solidFill>
                <a:schemeClr val="accent2"/>
              </a:solidFill>
              <a:latin typeface="맑은 고딕" panose="00000A00000000000000" pitchFamily="2" charset="-127"/>
              <a:ea typeface="맑은 고딕" panose="00000A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555B8-BD1F-65D1-681B-946D7E41E9C9}"/>
              </a:ext>
            </a:extLst>
          </p:cNvPr>
          <p:cNvSpPr txBox="1"/>
          <p:nvPr/>
        </p:nvSpPr>
        <p:spPr>
          <a:xfrm>
            <a:off x="4238337" y="2690336"/>
            <a:ext cx="14574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0" dirty="0">
                <a:solidFill>
                  <a:schemeClr val="accent6"/>
                </a:solidFill>
                <a:latin typeface="맑은 고딕"/>
                <a:ea typeface="맑은 고딕"/>
              </a:rPr>
              <a:t>02</a:t>
            </a:r>
            <a:endParaRPr lang="ko-KR" altLang="en-US" sz="9000" dirty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950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7670800" y="2418080"/>
            <a:ext cx="234946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  <a:latin typeface="맑은 고딕"/>
                <a:ea typeface="맑은 고딕"/>
              </a:rPr>
              <a:t>회원가입　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  <a:latin typeface="맑은 고딕"/>
              <a:ea typeface="맑은 고딕"/>
            </a:endParaRPr>
          </a:p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</a:rPr>
              <a:t>로그인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  <a:latin typeface="맑은 고딕"/>
                <a:ea typeface="맑은 고딕"/>
              </a:rPr>
              <a:t>가입승인</a:t>
            </a:r>
          </a:p>
        </p:txBody>
      </p:sp>
      <p:sp>
        <p:nvSpPr>
          <p:cNvPr id="5" name="Google Shape;851;g239e51b4118_3_19">
            <a:extLst>
              <a:ext uri="{FF2B5EF4-FFF2-40B4-BE49-F238E27FC236}">
                <a16:creationId xmlns:a16="http://schemas.microsoft.com/office/drawing/2014/main" id="{A62246DE-BCAB-FB2D-284B-95780C1B5349}"/>
              </a:ext>
            </a:extLst>
          </p:cNvPr>
          <p:cNvSpPr txBox="1"/>
          <p:nvPr/>
        </p:nvSpPr>
        <p:spPr>
          <a:xfrm>
            <a:off x="4254672" y="1633250"/>
            <a:ext cx="2438400" cy="86173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5000" b="1" dirty="0">
                <a:solidFill>
                  <a:schemeClr val="accent1"/>
                </a:solidFill>
              </a:rPr>
              <a:t>1</a:t>
            </a:r>
            <a:endParaRPr lang="en-US" sz="5000" b="1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EA124-4352-59C8-2834-610C83D3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720000" y="121920"/>
            <a:ext cx="1672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341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3861F6-B1F4-F260-9622-8D3060FC11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5" y="877852"/>
            <a:ext cx="3055853" cy="5687071"/>
          </a:xfrm>
          <a:prstGeom prst="rect">
            <a:avLst/>
          </a:prstGeom>
        </p:spPr>
      </p:pic>
      <p:pic>
        <p:nvPicPr>
          <p:cNvPr id="11" name="KakaoTalk_20260514_222744769">
            <a:hlinkClick r:id="" action="ppaction://media"/>
            <a:extLst>
              <a:ext uri="{FF2B5EF4-FFF2-40B4-BE49-F238E27FC236}">
                <a16:creationId xmlns:a16="http://schemas.microsoft.com/office/drawing/2014/main" id="{E3BFBE85-01A5-A7B9-DDCA-5FED2BE300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54925" y="875674"/>
            <a:ext cx="3127888" cy="5687071"/>
          </a:xfrm>
          <a:prstGeom prst="rect">
            <a:avLst/>
          </a:prstGeom>
        </p:spPr>
      </p:pic>
      <p:pic>
        <p:nvPicPr>
          <p:cNvPr id="15" name="그림 1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868F996-5C75-E4F8-80A3-6067B275E3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50" y="1328166"/>
            <a:ext cx="5368149" cy="5358677"/>
          </a:xfrm>
          <a:prstGeom prst="rect">
            <a:avLst/>
          </a:prstGeom>
        </p:spPr>
      </p:pic>
      <p:pic>
        <p:nvPicPr>
          <p:cNvPr id="16" name="녹화_2026_05_15_00_37_30_254">
            <a:hlinkClick r:id="" action="ppaction://media"/>
            <a:extLst>
              <a:ext uri="{FF2B5EF4-FFF2-40B4-BE49-F238E27FC236}">
                <a16:creationId xmlns:a16="http://schemas.microsoft.com/office/drawing/2014/main" id="{4134639D-8248-79B5-19AA-06888E47C60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204800" y="706695"/>
            <a:ext cx="4267200" cy="5448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9DE27B-B587-CD12-B633-CB13ACB3D9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7" y="6486790"/>
            <a:ext cx="1072983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1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720000" y="169965"/>
            <a:ext cx="1237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로그인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accent4"/>
                </a:solidFill>
              </a:rPr>
              <a:t>２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EB07D1-0DF8-1B56-9EED-AAC07545A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737" y="936952"/>
            <a:ext cx="3877216" cy="5277587"/>
          </a:xfrm>
          <a:prstGeom prst="rect">
            <a:avLst/>
          </a:prstGeom>
        </p:spPr>
      </p:pic>
      <p:pic>
        <p:nvPicPr>
          <p:cNvPr id="5" name="녹화_2026_05_14_23_45_00_669">
            <a:hlinkClick r:id="" action="ppaction://media"/>
            <a:extLst>
              <a:ext uri="{FF2B5EF4-FFF2-40B4-BE49-F238E27FC236}">
                <a16:creationId xmlns:a16="http://schemas.microsoft.com/office/drawing/2014/main" id="{DB0C2B80-A0DD-CDFC-3F5E-05C9058E8A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81623" y="936952"/>
            <a:ext cx="3974129" cy="5474565"/>
          </a:xfrm>
          <a:prstGeom prst="rect">
            <a:avLst/>
          </a:prstGeom>
        </p:spPr>
      </p:pic>
      <p:pic>
        <p:nvPicPr>
          <p:cNvPr id="15" name="그림 14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DFA2A2-8A4D-F0FB-D54F-1E05090A08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3" y="1269066"/>
            <a:ext cx="6904093" cy="23847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EB183DD-2C69-4106-790A-3B063C874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879" y="3828649"/>
            <a:ext cx="5925377" cy="18481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12CB7B-E754-2BBE-50E4-43DB0FEF64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34988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7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720000" y="121920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J W T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accent4"/>
                </a:solidFill>
              </a:rPr>
              <a:t>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D07789-E054-5CCB-8113-AC642BA1FEA8}"/>
              </a:ext>
            </a:extLst>
          </p:cNvPr>
          <p:cNvSpPr txBox="1"/>
          <p:nvPr/>
        </p:nvSpPr>
        <p:spPr>
          <a:xfrm>
            <a:off x="720000" y="629175"/>
            <a:ext cx="19131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토큰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</a:rPr>
              <a:t>발급로직</a:t>
            </a:r>
            <a:endParaRPr lang="ko-KR" alt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904298-4ACF-E63C-EA1C-77046579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04" y="1328166"/>
            <a:ext cx="4363059" cy="1629002"/>
          </a:xfrm>
          <a:prstGeom prst="rect">
            <a:avLst/>
          </a:prstGeom>
        </p:spPr>
      </p:pic>
      <p:pic>
        <p:nvPicPr>
          <p:cNvPr id="14" name="그림 13" descr="텍스트, 스크린샷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8B2B8A9-C4B7-E0F6-48C2-6FED4032EC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21" y="3106415"/>
            <a:ext cx="4459311" cy="3564667"/>
          </a:xfrm>
          <a:prstGeom prst="rect">
            <a:avLst/>
          </a:prstGeom>
        </p:spPr>
      </p:pic>
      <p:pic>
        <p:nvPicPr>
          <p:cNvPr id="17" name="그림 16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38CE03-03AA-BA4D-1B82-9601A57CEC1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155" y="1328166"/>
            <a:ext cx="5657850" cy="45832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DB0838-1BA1-8AEB-CC12-F671A6529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6" y="6420223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2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720000" y="194299"/>
            <a:ext cx="928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권한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accent4"/>
                </a:solidFill>
              </a:rPr>
              <a:t>４</a:t>
            </a:r>
          </a:p>
        </p:txBody>
      </p:sp>
      <p:pic>
        <p:nvPicPr>
          <p:cNvPr id="6" name="그림 5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EE3B735-5033-6B9E-B947-2C699D9B693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881" y="3810001"/>
            <a:ext cx="4956119" cy="2853700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E17FAE-D103-E2D9-0E94-180A025E8F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8" y="1213950"/>
            <a:ext cx="6957871" cy="25308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0BA6730-8FD5-9228-2478-0382BD054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749" y="936952"/>
            <a:ext cx="3380475" cy="50530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CEF55E-D516-011B-62D2-47B2C1FA7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7" y="6411039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5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7079152" y="2274838"/>
            <a:ext cx="46609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  <a:latin typeface="맑은 고딕"/>
                <a:ea typeface="맑은 고딕"/>
              </a:rPr>
              <a:t>가입승인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  <a:latin typeface="맑은 고딕"/>
              <a:ea typeface="맑은 고딕"/>
            </a:endParaRPr>
          </a:p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</a:rPr>
              <a:t>파일관리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</a:rPr>
              <a:t>사용자 관리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Google Shape;851;g239e51b4118_3_19">
            <a:extLst>
              <a:ext uri="{FF2B5EF4-FFF2-40B4-BE49-F238E27FC236}">
                <a16:creationId xmlns:a16="http://schemas.microsoft.com/office/drawing/2014/main" id="{A62246DE-BCAB-FB2D-284B-95780C1B5349}"/>
              </a:ext>
            </a:extLst>
          </p:cNvPr>
          <p:cNvSpPr txBox="1"/>
          <p:nvPr/>
        </p:nvSpPr>
        <p:spPr>
          <a:xfrm>
            <a:off x="4254672" y="1633250"/>
            <a:ext cx="2438400" cy="86173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000" b="1" dirty="0">
                <a:solidFill>
                  <a:schemeClr val="accent1"/>
                </a:solidFill>
              </a:rPr>
              <a:t>2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837B2C-FD62-7E17-DDF1-185BE87D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6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05048" y="206663"/>
            <a:ext cx="1672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가입승인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0" y="81671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6" name="녹화_2026_05_15_00_30_10_784">
            <a:hlinkClick r:id="" action="ppaction://media"/>
            <a:extLst>
              <a:ext uri="{FF2B5EF4-FFF2-40B4-BE49-F238E27FC236}">
                <a16:creationId xmlns:a16="http://schemas.microsoft.com/office/drawing/2014/main" id="{D0E0753B-839E-00D3-EA2A-C3113BAAFA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499323"/>
            <a:ext cx="12192000" cy="3556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91A98D-D4F7-C705-6119-EC0D39286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5128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4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05048" y="206663"/>
            <a:ext cx="1672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가입승인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0" y="81671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91A98D-D4F7-C705-6119-EC0D3928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1284"/>
            <a:ext cx="1362265" cy="4001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4931C49-04B9-1BBE-C51E-14DC8EAB5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00" y="1293350"/>
            <a:ext cx="5760001" cy="52056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8C67CA-39C3-3E73-0886-6947D26CA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901" y="1791172"/>
            <a:ext cx="60864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2149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파일 업로드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3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6" name="녹화_2026_05_15_01_37_02_968">
            <a:hlinkClick r:id="" action="ppaction://media"/>
            <a:extLst>
              <a:ext uri="{FF2B5EF4-FFF2-40B4-BE49-F238E27FC236}">
                <a16:creationId xmlns:a16="http://schemas.microsoft.com/office/drawing/2014/main" id="{46B0A82D-D5AF-C304-A724-3AC7AC79E1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71" y="1328166"/>
            <a:ext cx="12123629" cy="4038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717ED64-3930-3AEB-5342-57B9FF5B6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1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0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5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2149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파일 업로드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4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17ED64-3930-3AEB-5342-57B9FF5B6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" y="6457894"/>
            <a:ext cx="1362265" cy="4001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81A272-A2C3-F55C-9601-2BA9E184A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47" y="1451278"/>
            <a:ext cx="8256621" cy="49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36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2149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사용자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5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5" name="녹화_2026_05_15_01_45_37_321">
            <a:hlinkClick r:id="" action="ppaction://media"/>
            <a:extLst>
              <a:ext uri="{FF2B5EF4-FFF2-40B4-BE49-F238E27FC236}">
                <a16:creationId xmlns:a16="http://schemas.microsoft.com/office/drawing/2014/main" id="{7690163C-9B62-8424-51A5-D7BAD61B017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9276" y="1172121"/>
            <a:ext cx="10908891" cy="53180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3C970A-31C4-C738-94B4-4D57C8DC9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460" y="6505317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4233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사용자 관리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(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권한 변경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6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3C970A-31C4-C738-94B4-4D57C8DC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60" y="6505317"/>
            <a:ext cx="1362265" cy="4001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B836CD-66F5-41C0-D5BA-0D9F647E3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473" y="1451278"/>
            <a:ext cx="7294783" cy="508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8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4233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사용자 관리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(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부서 추가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7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3C970A-31C4-C738-94B4-4D57C8DC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60" y="6505317"/>
            <a:ext cx="1362265" cy="4001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8680C1-8B69-2086-74C6-8039E591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047" y="1503809"/>
            <a:ext cx="9139971" cy="46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4128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사용자 관리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(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회원탈퇴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8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3C970A-31C4-C738-94B4-4D57C8DC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60" y="6505317"/>
            <a:ext cx="1362265" cy="4001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61F716-A9D4-DB24-2FB9-A3B823DD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217" y="1475227"/>
            <a:ext cx="7087960" cy="494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7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27475A-FB44-45B8-A8EA-787D9F9F89C1}"/>
              </a:ext>
            </a:extLst>
          </p:cNvPr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EF4E5-8B6C-4044-98D4-4CE9EBEEE068}"/>
              </a:ext>
            </a:extLst>
          </p:cNvPr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6CC6-2716-492F-97EA-92157CB90CF8}"/>
              </a:ext>
            </a:extLst>
          </p:cNvPr>
          <p:cNvSpPr txBox="1"/>
          <p:nvPr/>
        </p:nvSpPr>
        <p:spPr>
          <a:xfrm>
            <a:off x="7670799" y="2418080"/>
            <a:ext cx="295365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</a:rPr>
              <a:t>서버 흐름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altLang="ko-KR" sz="3600" dirty="0">
                <a:solidFill>
                  <a:schemeClr val="accent4">
                    <a:lumMod val="50000"/>
                  </a:schemeClr>
                </a:solidFill>
              </a:rPr>
              <a:t>AI </a:t>
            </a:r>
            <a:r>
              <a:rPr lang="ko-KR" altLang="en-US" sz="3600" dirty="0">
                <a:solidFill>
                  <a:schemeClr val="accent4">
                    <a:lumMod val="50000"/>
                  </a:schemeClr>
                </a:solidFill>
              </a:rPr>
              <a:t>문서 생성</a:t>
            </a:r>
            <a:endParaRPr lang="en-US" altLang="ko-KR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Google Shape;851;g239e51b4118_3_19">
            <a:extLst>
              <a:ext uri="{FF2B5EF4-FFF2-40B4-BE49-F238E27FC236}">
                <a16:creationId xmlns:a16="http://schemas.microsoft.com/office/drawing/2014/main" id="{A62246DE-BCAB-FB2D-284B-95780C1B5349}"/>
              </a:ext>
            </a:extLst>
          </p:cNvPr>
          <p:cNvSpPr txBox="1"/>
          <p:nvPr/>
        </p:nvSpPr>
        <p:spPr>
          <a:xfrm>
            <a:off x="4254672" y="1633250"/>
            <a:ext cx="2438400" cy="86173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000" b="1" dirty="0">
                <a:solidFill>
                  <a:schemeClr val="accent1"/>
                </a:solidFill>
              </a:rPr>
              <a:t>3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B9D8C9-C4BC-2D3D-23CE-E7668F8F5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86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서버 흐름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4667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1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B3C301-08FD-2D85-39BA-7D3050EE6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5" y="1157009"/>
            <a:ext cx="9753600" cy="53244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164319-4DB0-9D34-1FA6-07C2C28A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14141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09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3866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err="1">
                <a:solidFill>
                  <a:schemeClr val="accent4">
                    <a:lumMod val="50000"/>
                  </a:schemeClr>
                </a:solidFill>
              </a:rPr>
              <a:t>ＡＩ연동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 및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LLM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2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A72F65-9D0F-465D-CD8F-3B7CBE39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7" y="6457894"/>
            <a:ext cx="1362265" cy="4001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49A655-76BE-74AE-F4DA-47341BF7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79" y="1328166"/>
            <a:ext cx="6302925" cy="40625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594FA4E-FD0D-5AA5-08D9-D9A643A49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00" y="1328166"/>
            <a:ext cx="3276600" cy="13906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BBA9B3-7DAE-8C2C-05DD-33AF03F3DDC6}"/>
              </a:ext>
            </a:extLst>
          </p:cNvPr>
          <p:cNvSpPr txBox="1"/>
          <p:nvPr/>
        </p:nvSpPr>
        <p:spPr>
          <a:xfrm>
            <a:off x="6896101" y="2787355"/>
            <a:ext cx="4368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LLM 모델 : Qwen3:8b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선정 이유 : 한국어 잘 읽음 </a:t>
            </a:r>
            <a:endParaRPr lang="en-US" altLang="ko-KR" dirty="0"/>
          </a:p>
          <a:p>
            <a:r>
              <a:rPr lang="ko-KR" altLang="en-US" dirty="0"/>
              <a:t>로컬 테스트 환경도 고려해서 8b로 설정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추후 : 16b로 설정 예정</a:t>
            </a:r>
          </a:p>
        </p:txBody>
      </p:sp>
    </p:spTree>
    <p:extLst>
      <p:ext uri="{BB962C8B-B14F-4D97-AF65-F5344CB8AC3E}">
        <p14:creationId xmlns:p14="http://schemas.microsoft.com/office/powerpoint/2010/main" val="1998600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2999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err="1">
                <a:solidFill>
                  <a:schemeClr val="accent4">
                    <a:lumMod val="50000"/>
                  </a:schemeClr>
                </a:solidFill>
              </a:rPr>
              <a:t>ＡＩ문서생성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 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3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5" name="녹화_2026_05_15_02_28_57_746">
            <a:hlinkClick r:id="" action="ppaction://media"/>
            <a:extLst>
              <a:ext uri="{FF2B5EF4-FFF2-40B4-BE49-F238E27FC236}">
                <a16:creationId xmlns:a16="http://schemas.microsoft.com/office/drawing/2014/main" id="{803FEC2F-224F-B31C-1F07-0341EA1521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0142" y="1343277"/>
            <a:ext cx="10511715" cy="4993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A72F65-9D0F-465D-CD8F-3B7CBE390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7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8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9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985EEF-2AD8-452A-AD82-3BF8C0CCB759}"/>
              </a:ext>
            </a:extLst>
          </p:cNvPr>
          <p:cNvSpPr/>
          <p:nvPr/>
        </p:nvSpPr>
        <p:spPr>
          <a:xfrm>
            <a:off x="720000" y="1049009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363163-7A23-46FA-8BFB-C5C551676293}"/>
              </a:ext>
            </a:extLst>
          </p:cNvPr>
          <p:cNvSpPr/>
          <p:nvPr/>
        </p:nvSpPr>
        <p:spPr>
          <a:xfrm>
            <a:off x="0" y="1049009"/>
            <a:ext cx="720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7AF03-AAFA-4B21-94E6-D43D71719920}"/>
              </a:ext>
            </a:extLst>
          </p:cNvPr>
          <p:cNvSpPr txBox="1"/>
          <p:nvPr/>
        </p:nvSpPr>
        <p:spPr>
          <a:xfrm>
            <a:off x="652673" y="169965"/>
            <a:ext cx="34387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spc="-300" dirty="0" err="1">
                <a:solidFill>
                  <a:schemeClr val="accent4">
                    <a:lumMod val="50000"/>
                  </a:schemeClr>
                </a:solidFill>
              </a:rPr>
              <a:t>ＡＩ문서생성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로직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A287E-578E-4555-9C9F-5642B2F6187E}"/>
              </a:ext>
            </a:extLst>
          </p:cNvPr>
          <p:cNvSpPr txBox="1"/>
          <p:nvPr/>
        </p:nvSpPr>
        <p:spPr>
          <a:xfrm>
            <a:off x="185879" y="46855"/>
            <a:ext cx="54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accent4"/>
                </a:solidFill>
              </a:rPr>
              <a:t>4</a:t>
            </a:r>
            <a:endParaRPr lang="ko-KR" altLang="en-US" sz="4800" b="1" dirty="0">
              <a:solidFill>
                <a:schemeClr val="accent4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A72F65-9D0F-465D-CD8F-3B7CBE390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7" y="6457894"/>
            <a:ext cx="1362265" cy="4001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071849-855E-EF60-D80F-F363A65C1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9" y="1314422"/>
            <a:ext cx="79438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6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96"/>
          <p:cNvSpPr/>
          <p:nvPr/>
        </p:nvSpPr>
        <p:spPr>
          <a:xfrm>
            <a:off x="5278120" y="1642771"/>
            <a:ext cx="2160000" cy="21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3" name="Google Shape;1583;p96"/>
          <p:cNvSpPr txBox="1"/>
          <p:nvPr/>
        </p:nvSpPr>
        <p:spPr>
          <a:xfrm>
            <a:off x="4185028" y="4897120"/>
            <a:ext cx="382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rgbClr val="6C736C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4" name="Google Shape;1584;p96"/>
          <p:cNvSpPr txBox="1"/>
          <p:nvPr/>
        </p:nvSpPr>
        <p:spPr>
          <a:xfrm>
            <a:off x="2628900" y="4188970"/>
            <a:ext cx="6934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맑은 고딕"/>
              <a:buNone/>
            </a:pPr>
            <a:r>
              <a:rPr lang="en-US" sz="5200" dirty="0" err="1">
                <a:solidFill>
                  <a:schemeClr val="accent2"/>
                </a:solidFill>
                <a:latin typeface="맑은 고딕"/>
                <a:ea typeface="맑은 고딕"/>
                <a:cs typeface="맑은 고딕"/>
                <a:sym typeface="맑은 고딕"/>
              </a:rPr>
              <a:t>QnA</a:t>
            </a:r>
            <a:endParaRPr sz="5200" i="0" u="none" strike="noStrike" cap="none" dirty="0">
              <a:solidFill>
                <a:schemeClr val="accent2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5" name="Google Shape;1585;p96"/>
          <p:cNvSpPr/>
          <p:nvPr/>
        </p:nvSpPr>
        <p:spPr>
          <a:xfrm>
            <a:off x="4753880" y="1100849"/>
            <a:ext cx="2160000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highlight>
                <a:srgbClr val="435EBE"/>
              </a:highlight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E79A6-A02D-F645-051B-BDA257DC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96"/>
          <p:cNvSpPr/>
          <p:nvPr/>
        </p:nvSpPr>
        <p:spPr>
          <a:xfrm>
            <a:off x="5278120" y="1642771"/>
            <a:ext cx="2160000" cy="216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3" name="Google Shape;1583;p96"/>
          <p:cNvSpPr txBox="1"/>
          <p:nvPr/>
        </p:nvSpPr>
        <p:spPr>
          <a:xfrm>
            <a:off x="4185028" y="4897120"/>
            <a:ext cx="382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rgbClr val="6C736C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4" name="Google Shape;1584;p96"/>
          <p:cNvSpPr txBox="1"/>
          <p:nvPr/>
        </p:nvSpPr>
        <p:spPr>
          <a:xfrm>
            <a:off x="2628900" y="4188970"/>
            <a:ext cx="6934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Font typeface="맑은 고딕"/>
              <a:buNone/>
            </a:pPr>
            <a:r>
              <a:rPr lang="en-US" sz="5200" dirty="0" err="1">
                <a:solidFill>
                  <a:schemeClr val="accent2"/>
                </a:solidFill>
                <a:latin typeface="맑은 고딕"/>
                <a:ea typeface="맑은 고딕"/>
                <a:cs typeface="맑은 고딕"/>
                <a:sym typeface="맑은 고딕"/>
              </a:rPr>
              <a:t>감사합니다</a:t>
            </a:r>
            <a:endParaRPr sz="5200" i="0" u="none" strike="noStrike" cap="none" dirty="0">
              <a:solidFill>
                <a:schemeClr val="accent2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5" name="Google Shape;1585;p96"/>
          <p:cNvSpPr/>
          <p:nvPr/>
        </p:nvSpPr>
        <p:spPr>
          <a:xfrm>
            <a:off x="4753880" y="1100849"/>
            <a:ext cx="2160000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맑은 고딕"/>
              <a:buNone/>
            </a:pPr>
            <a:endParaRPr sz="1800" b="0" i="0" u="none" strike="noStrike" cap="none">
              <a:solidFill>
                <a:schemeClr val="lt1"/>
              </a:solidFill>
              <a:highlight>
                <a:srgbClr val="435EBE"/>
              </a:highlight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86" name="Google Shape;1586;p96"/>
          <p:cNvSpPr txBox="1"/>
          <p:nvPr/>
        </p:nvSpPr>
        <p:spPr>
          <a:xfrm>
            <a:off x="2391161" y="5215229"/>
            <a:ext cx="7094444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300"/>
              <a:buFont typeface="맑은 고딕"/>
              <a:buNone/>
            </a:pPr>
            <a:r>
              <a:rPr lang="en-US" sz="2300" dirty="0">
                <a:solidFill>
                  <a:schemeClr val="accent3"/>
                </a:solidFill>
                <a:latin typeface="맑은 고딕"/>
                <a:ea typeface="맑은 고딕"/>
                <a:cs typeface="맑은 고딕"/>
                <a:sym typeface="맑은 고딕"/>
              </a:rPr>
              <a:t>https://github.com/sunghyeon0073/ANG-Capstone</a:t>
            </a:r>
            <a:endParaRPr sz="2300" dirty="0">
              <a:solidFill>
                <a:schemeClr val="accent3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E79A6-A02D-F645-051B-BDA257DC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7894"/>
            <a:ext cx="1362265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3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2A5381"/>
      </a:accent1>
      <a:accent2>
        <a:srgbClr val="435EBE"/>
      </a:accent2>
      <a:accent3>
        <a:srgbClr val="9BBCDA"/>
      </a:accent3>
      <a:accent4>
        <a:srgbClr val="DFE1DF"/>
      </a:accent4>
      <a:accent5>
        <a:srgbClr val="F7EFE2"/>
      </a:accent5>
      <a:accent6>
        <a:srgbClr val="F2F7FF"/>
      </a:accent6>
      <a:hlink>
        <a:srgbClr val="595959"/>
      </a:hlink>
      <a:folHlink>
        <a:srgbClr val="595959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  <a:font script="Armn" typeface="맑은 고딕"/>
        <a:font script="Bugi" typeface="맑은 고딕"/>
        <a:font script="Bopo" typeface="맑은 고딕"/>
        <a:font script="Java" typeface="맑은 고딕"/>
        <a:font script="Lisu" typeface="맑은 고딕"/>
        <a:font script="Mymr" typeface="맑은 고딕"/>
        <a:font script="Nkoo" typeface="맑은 고딕"/>
        <a:font script="Olck" typeface="맑은 고딕"/>
        <a:font script="Osma" typeface="맑은 고딕"/>
        <a:font script="Phag" typeface="맑은 고딕"/>
        <a:font script="Syrn" typeface="맑은 고딕"/>
        <a:font script="Syrj" typeface="맑은 고딕"/>
        <a:font script="Syre" typeface="맑은 고딕"/>
        <a:font script="Sora" typeface="맑은 고딕"/>
        <a:font script="Tale" typeface="맑은 고딕"/>
        <a:font script="Talu" typeface="맑은 고딕"/>
        <a:font script="Tfng" typeface="맑은 고딕"/>
      </a:majorFont>
      <a:minorFont>
        <a:latin typeface="맑은 고딕" panose="020F0502020204030204"/>
        <a:ea typeface=""/>
        <a:cs typeface=""/>
        <a:font script="Jpan" typeface="맑은 고딕"/>
        <a:font script="Hang" typeface="맑은 고딕"/>
        <a:font script="Hans" typeface="맑은 고딕"/>
        <a:font script="Hant" typeface="맑은 고딕"/>
        <a:font script="Arab" typeface="맑은 고딕"/>
        <a:font script="Hebr" typeface="맑은 고딕"/>
        <a:font script="Thai" typeface="맑은 고딕"/>
        <a:font script="Ethi" typeface="맑은 고딕"/>
        <a:font script="Beng" typeface="맑은 고딕"/>
        <a:font script="Gujr" typeface="맑은 고딕"/>
        <a:font script="Khmr" typeface="맑은 고딕"/>
        <a:font script="Knda" typeface="맑은 고딕"/>
        <a:font script="Guru" typeface="맑은 고딕"/>
        <a:font script="Cans" typeface="맑은 고딕"/>
        <a:font script="Cher" typeface="맑은 고딕"/>
        <a:font script="Yiii" typeface="맑은 고딕"/>
        <a:font script="Tibt" typeface="맑은 고딕"/>
        <a:font script="Thaa" typeface="맑은 고딕"/>
        <a:font script="Deva" typeface="맑은 고딕"/>
        <a:font script="Telu" typeface="맑은 고딕"/>
        <a:font script="Taml" typeface="맑은 고딕"/>
        <a:font script="Syrc" typeface="맑은 고딕"/>
        <a:font script="Orya" typeface="맑은 고딕"/>
        <a:font script="Mlym" typeface="맑은 고딕"/>
        <a:font script="Laoo" typeface="맑은 고딕"/>
        <a:font script="Sinh" typeface="맑은 고딕"/>
        <a:font script="Mong" typeface="맑은 고딕"/>
        <a:font script="Viet" typeface="맑은 고딕"/>
        <a:font script="Uigh" typeface="맑은 고딕"/>
        <a:font script="Geor" typeface="맑은 고딕"/>
        <a:font script="Armn" typeface="맑은 고딕"/>
        <a:font script="Bugi" typeface="맑은 고딕"/>
        <a:font script="Bopo" typeface="맑은 고딕"/>
        <a:font script="Java" typeface="맑은 고딕"/>
        <a:font script="Lisu" typeface="맑은 고딕"/>
        <a:font script="Mymr" typeface="맑은 고딕"/>
        <a:font script="Nkoo" typeface="맑은 고딕"/>
        <a:font script="Olck" typeface="맑은 고딕"/>
        <a:font script="Osma" typeface="맑은 고딕"/>
        <a:font script="Phag" typeface="맑은 고딕"/>
        <a:font script="Syrn" typeface="맑은 고딕"/>
        <a:font script="Syrj" typeface="맑은 고딕"/>
        <a:font script="Syre" typeface="맑은 고딕"/>
        <a:font script="Sora" typeface="맑은 고딕"/>
        <a:font script="Tale" typeface="맑은 고딕"/>
        <a:font script="Talu" typeface="맑은 고딕"/>
        <a:font script="Tf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saebyeolscolorpalette197</Template>
  <TotalTime>1763</TotalTime>
  <Words>243</Words>
  <Application>Microsoft Office PowerPoint</Application>
  <PresentationFormat>와이드스크린</PresentationFormat>
  <Paragraphs>69</Paragraphs>
  <Slides>24</Slides>
  <Notes>4</Notes>
  <HiddenSlides>0</HiddenSlides>
  <MMClips>7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6" baseType="lpstr"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YJU</cp:lastModifiedBy>
  <cp:revision>311</cp:revision>
  <dcterms:created xsi:type="dcterms:W3CDTF">2020-12-13T00:02:47Z</dcterms:created>
  <dcterms:modified xsi:type="dcterms:W3CDTF">2026-05-14T18:24:45Z</dcterms:modified>
</cp:coreProperties>
</file>